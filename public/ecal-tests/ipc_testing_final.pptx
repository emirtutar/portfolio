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41"/>
  </p:notesMasterIdLst>
  <p:sldIdLst>
    <p:sldId id="285" r:id="rId2"/>
    <p:sldId id="257" r:id="rId3"/>
    <p:sldId id="327" r:id="rId4"/>
    <p:sldId id="365" r:id="rId5"/>
    <p:sldId id="351" r:id="rId6"/>
    <p:sldId id="258" r:id="rId7"/>
    <p:sldId id="334" r:id="rId8"/>
    <p:sldId id="350" r:id="rId9"/>
    <p:sldId id="349" r:id="rId10"/>
    <p:sldId id="375" r:id="rId11"/>
    <p:sldId id="376" r:id="rId12"/>
    <p:sldId id="304" r:id="rId13"/>
    <p:sldId id="302" r:id="rId14"/>
    <p:sldId id="305" r:id="rId15"/>
    <p:sldId id="323" r:id="rId16"/>
    <p:sldId id="353" r:id="rId17"/>
    <p:sldId id="325" r:id="rId18"/>
    <p:sldId id="377" r:id="rId19"/>
    <p:sldId id="356" r:id="rId20"/>
    <p:sldId id="366" r:id="rId21"/>
    <p:sldId id="354" r:id="rId22"/>
    <p:sldId id="326" r:id="rId23"/>
    <p:sldId id="329" r:id="rId24"/>
    <p:sldId id="300" r:id="rId25"/>
    <p:sldId id="357" r:id="rId26"/>
    <p:sldId id="322" r:id="rId27"/>
    <p:sldId id="335" r:id="rId28"/>
    <p:sldId id="370" r:id="rId29"/>
    <p:sldId id="371" r:id="rId30"/>
    <p:sldId id="372" r:id="rId31"/>
    <p:sldId id="374" r:id="rId32"/>
    <p:sldId id="360" r:id="rId33"/>
    <p:sldId id="361" r:id="rId34"/>
    <p:sldId id="363" r:id="rId35"/>
    <p:sldId id="364" r:id="rId36"/>
    <p:sldId id="358" r:id="rId37"/>
    <p:sldId id="378" r:id="rId38"/>
    <p:sldId id="359" r:id="rId39"/>
    <p:sldId id="269" r:id="rId40"/>
  </p:sldIdLst>
  <p:sldSz cx="9144000" cy="5715000" type="screen16x10"/>
  <p:notesSz cx="6858000" cy="9144000"/>
  <p:defaultTextStyle>
    <a:defPPr>
      <a:defRPr lang="de-DE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ircan Tutar" initials="ET" lastIdx="2" clrIdx="0">
    <p:extLst>
      <p:ext uri="{19B8F6BF-5375-455C-9EA6-DF929625EA0E}">
        <p15:presenceInfo xmlns:p15="http://schemas.microsoft.com/office/powerpoint/2012/main" userId="2ecf07fa181e1a0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0F0F0"/>
    <a:srgbClr val="B4B4B4"/>
    <a:srgbClr val="E0E0E0"/>
    <a:srgbClr val="6638B6"/>
    <a:srgbClr val="5C32A3"/>
    <a:srgbClr val="00A9CE"/>
    <a:srgbClr val="878786"/>
    <a:srgbClr val="EFF4F5"/>
    <a:srgbClr val="05C3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91" autoAdjust="0"/>
    <p:restoredTop sz="93476" autoAdjust="0"/>
  </p:normalViewPr>
  <p:slideViewPr>
    <p:cSldViewPr snapToGrid="0" snapToObjects="1">
      <p:cViewPr varScale="1">
        <p:scale>
          <a:sx n="126" d="100"/>
          <a:sy n="126" d="100"/>
        </p:scale>
        <p:origin x="1038" y="114"/>
      </p:cViewPr>
      <p:guideLst/>
    </p:cSldViewPr>
  </p:slideViewPr>
  <p:outlineViewPr>
    <p:cViewPr>
      <p:scale>
        <a:sx n="33" d="100"/>
        <a:sy n="33" d="100"/>
      </p:scale>
      <p:origin x="0" y="-1036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46" d="100"/>
          <a:sy n="146" d="100"/>
        </p:scale>
        <p:origin x="396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rcan Tutar" userId="2ecf07fa181e1a0a" providerId="LiveId" clId="{054B95D1-5D9C-4FCE-B846-9A1770DB0C10}"/>
    <pc:docChg chg="undo redo custSel addSld delSld modSld sldOrd">
      <pc:chgData name="Emircan Tutar" userId="2ecf07fa181e1a0a" providerId="LiveId" clId="{054B95D1-5D9C-4FCE-B846-9A1770DB0C10}" dt="2025-07-29T14:20:04.185" v="2366" actId="2696"/>
      <pc:docMkLst>
        <pc:docMk/>
      </pc:docMkLst>
      <pc:sldChg chg="modSp modAnim">
        <pc:chgData name="Emircan Tutar" userId="2ecf07fa181e1a0a" providerId="LiveId" clId="{054B95D1-5D9C-4FCE-B846-9A1770DB0C10}" dt="2025-07-28T12:47:28.889" v="2280" actId="20577"/>
        <pc:sldMkLst>
          <pc:docMk/>
          <pc:sldMk cId="0" sldId="257"/>
        </pc:sldMkLst>
        <pc:spChg chg="mod">
          <ac:chgData name="Emircan Tutar" userId="2ecf07fa181e1a0a" providerId="LiveId" clId="{054B95D1-5D9C-4FCE-B846-9A1770DB0C10}" dt="2025-07-28T12:47:28.889" v="2280" actId="20577"/>
          <ac:spMkLst>
            <pc:docMk/>
            <pc:sldMk cId="0" sldId="257"/>
            <ac:spMk id="4" creationId="{D2E56381-4915-4A59-92E4-F0AAA3AE4BE4}"/>
          </ac:spMkLst>
        </pc:spChg>
      </pc:sldChg>
      <pc:sldChg chg="modSp mod modAnim">
        <pc:chgData name="Emircan Tutar" userId="2ecf07fa181e1a0a" providerId="LiveId" clId="{054B95D1-5D9C-4FCE-B846-9A1770DB0C10}" dt="2025-07-28T09:14:34.228" v="1543"/>
        <pc:sldMkLst>
          <pc:docMk/>
          <pc:sldMk cId="0" sldId="258"/>
        </pc:sldMkLst>
        <pc:spChg chg="mod">
          <ac:chgData name="Emircan Tutar" userId="2ecf07fa181e1a0a" providerId="LiveId" clId="{054B95D1-5D9C-4FCE-B846-9A1770DB0C10}" dt="2025-07-25T10:25:12.689" v="170" actId="20577"/>
          <ac:spMkLst>
            <pc:docMk/>
            <pc:sldMk cId="0" sldId="258"/>
            <ac:spMk id="5" creationId="{DAD7F91D-8E01-4016-B8F4-90DCD4AD95E7}"/>
          </ac:spMkLst>
        </pc:spChg>
        <pc:spChg chg="mod">
          <ac:chgData name="Emircan Tutar" userId="2ecf07fa181e1a0a" providerId="LiveId" clId="{054B95D1-5D9C-4FCE-B846-9A1770DB0C10}" dt="2025-07-25T10:24:56.352" v="166" actId="20577"/>
          <ac:spMkLst>
            <pc:docMk/>
            <pc:sldMk cId="0" sldId="258"/>
            <ac:spMk id="145" creationId="{00000000-0000-0000-0000-000000000000}"/>
          </ac:spMkLst>
        </pc:spChg>
      </pc:sldChg>
      <pc:sldChg chg="del">
        <pc:chgData name="Emircan Tutar" userId="2ecf07fa181e1a0a" providerId="LiveId" clId="{054B95D1-5D9C-4FCE-B846-9A1770DB0C10}" dt="2025-07-28T12:42:33.262" v="2271" actId="47"/>
        <pc:sldMkLst>
          <pc:docMk/>
          <pc:sldMk cId="2055966566" sldId="299"/>
        </pc:sldMkLst>
      </pc:sldChg>
      <pc:sldChg chg="modSp mod">
        <pc:chgData name="Emircan Tutar" userId="2ecf07fa181e1a0a" providerId="LiveId" clId="{054B95D1-5D9C-4FCE-B846-9A1770DB0C10}" dt="2025-07-28T12:41:26.949" v="2225" actId="20577"/>
        <pc:sldMkLst>
          <pc:docMk/>
          <pc:sldMk cId="1782944833" sldId="300"/>
        </pc:sldMkLst>
        <pc:spChg chg="mod">
          <ac:chgData name="Emircan Tutar" userId="2ecf07fa181e1a0a" providerId="LiveId" clId="{054B95D1-5D9C-4FCE-B846-9A1770DB0C10}" dt="2025-07-28T12:41:26.949" v="2225" actId="20577"/>
          <ac:spMkLst>
            <pc:docMk/>
            <pc:sldMk cId="1782944833" sldId="300"/>
            <ac:spMk id="4" creationId="{34F559A8-9DF6-B84A-AAE4-62AA799A08EF}"/>
          </ac:spMkLst>
        </pc:spChg>
      </pc:sldChg>
      <pc:sldChg chg="del">
        <pc:chgData name="Emircan Tutar" userId="2ecf07fa181e1a0a" providerId="LiveId" clId="{054B95D1-5D9C-4FCE-B846-9A1770DB0C10}" dt="2025-07-28T12:29:15.878" v="2065" actId="47"/>
        <pc:sldMkLst>
          <pc:docMk/>
          <pc:sldMk cId="3692483852" sldId="301"/>
        </pc:sldMkLst>
      </pc:sldChg>
      <pc:sldChg chg="modSp mod ord">
        <pc:chgData name="Emircan Tutar" userId="2ecf07fa181e1a0a" providerId="LiveId" clId="{054B95D1-5D9C-4FCE-B846-9A1770DB0C10}" dt="2025-07-28T12:41:47.481" v="2234" actId="20577"/>
        <pc:sldMkLst>
          <pc:docMk/>
          <pc:sldMk cId="422033799" sldId="302"/>
        </pc:sldMkLst>
        <pc:spChg chg="mod">
          <ac:chgData name="Emircan Tutar" userId="2ecf07fa181e1a0a" providerId="LiveId" clId="{054B95D1-5D9C-4FCE-B846-9A1770DB0C10}" dt="2025-07-28T12:41:47.481" v="2234" actId="20577"/>
          <ac:spMkLst>
            <pc:docMk/>
            <pc:sldMk cId="422033799" sldId="302"/>
            <ac:spMk id="4" creationId="{34F559A8-9DF6-B84A-AAE4-62AA799A08EF}"/>
          </ac:spMkLst>
        </pc:spChg>
      </pc:sldChg>
      <pc:sldChg chg="modSp mod ord modAnim">
        <pc:chgData name="Emircan Tutar" userId="2ecf07fa181e1a0a" providerId="LiveId" clId="{054B95D1-5D9C-4FCE-B846-9A1770DB0C10}" dt="2025-07-28T12:36:00.475" v="2197" actId="20577"/>
        <pc:sldMkLst>
          <pc:docMk/>
          <pc:sldMk cId="4137658039" sldId="304"/>
        </pc:sldMkLst>
        <pc:spChg chg="mod">
          <ac:chgData name="Emircan Tutar" userId="2ecf07fa181e1a0a" providerId="LiveId" clId="{054B95D1-5D9C-4FCE-B846-9A1770DB0C10}" dt="2025-07-28T12:36:00.475" v="2197" actId="20577"/>
          <ac:spMkLst>
            <pc:docMk/>
            <pc:sldMk cId="4137658039" sldId="304"/>
            <ac:spMk id="9" creationId="{77552270-86C9-47D8-93BB-D936FDB384A3}"/>
          </ac:spMkLst>
        </pc:spChg>
      </pc:sldChg>
      <pc:sldChg chg="modAnim">
        <pc:chgData name="Emircan Tutar" userId="2ecf07fa181e1a0a" providerId="LiveId" clId="{054B95D1-5D9C-4FCE-B846-9A1770DB0C10}" dt="2025-07-28T09:16:05.186" v="1549"/>
        <pc:sldMkLst>
          <pc:docMk/>
          <pc:sldMk cId="1675847074" sldId="305"/>
        </pc:sldMkLst>
      </pc:sldChg>
      <pc:sldChg chg="modAnim">
        <pc:chgData name="Emircan Tutar" userId="2ecf07fa181e1a0a" providerId="LiveId" clId="{054B95D1-5D9C-4FCE-B846-9A1770DB0C10}" dt="2025-07-28T09:15:00.813" v="1545"/>
        <pc:sldMkLst>
          <pc:docMk/>
          <pc:sldMk cId="440242085" sldId="323"/>
        </pc:sldMkLst>
      </pc:sldChg>
      <pc:sldChg chg="modSp modAnim">
        <pc:chgData name="Emircan Tutar" userId="2ecf07fa181e1a0a" providerId="LiveId" clId="{054B95D1-5D9C-4FCE-B846-9A1770DB0C10}" dt="2025-07-28T12:46:11.727" v="2277" actId="20577"/>
        <pc:sldMkLst>
          <pc:docMk/>
          <pc:sldMk cId="3654422812" sldId="325"/>
        </pc:sldMkLst>
        <pc:spChg chg="mod">
          <ac:chgData name="Emircan Tutar" userId="2ecf07fa181e1a0a" providerId="LiveId" clId="{054B95D1-5D9C-4FCE-B846-9A1770DB0C10}" dt="2025-07-28T12:46:11.727" v="2277" actId="20577"/>
          <ac:spMkLst>
            <pc:docMk/>
            <pc:sldMk cId="3654422812" sldId="325"/>
            <ac:spMk id="146" creationId="{00000000-0000-0000-0000-000000000000}"/>
          </ac:spMkLst>
        </pc:spChg>
      </pc:sldChg>
      <pc:sldChg chg="modSp mod">
        <pc:chgData name="Emircan Tutar" userId="2ecf07fa181e1a0a" providerId="LiveId" clId="{054B95D1-5D9C-4FCE-B846-9A1770DB0C10}" dt="2025-07-28T11:20:35.378" v="1989" actId="20577"/>
        <pc:sldMkLst>
          <pc:docMk/>
          <pc:sldMk cId="4101686737" sldId="327"/>
        </pc:sldMkLst>
        <pc:spChg chg="mod">
          <ac:chgData name="Emircan Tutar" userId="2ecf07fa181e1a0a" providerId="LiveId" clId="{054B95D1-5D9C-4FCE-B846-9A1770DB0C10}" dt="2025-07-28T11:20:35.378" v="1989" actId="20577"/>
          <ac:spMkLst>
            <pc:docMk/>
            <pc:sldMk cId="4101686737" sldId="327"/>
            <ac:spMk id="3" creationId="{117A0E57-B997-43FD-92DC-F688807555D1}"/>
          </ac:spMkLst>
        </pc:spChg>
      </pc:sldChg>
      <pc:sldChg chg="del ord">
        <pc:chgData name="Emircan Tutar" userId="2ecf07fa181e1a0a" providerId="LiveId" clId="{054B95D1-5D9C-4FCE-B846-9A1770DB0C10}" dt="2025-07-28T12:41:50.845" v="2235" actId="47"/>
        <pc:sldMkLst>
          <pc:docMk/>
          <pc:sldMk cId="1247868049" sldId="328"/>
        </pc:sldMkLst>
      </pc:sldChg>
      <pc:sldChg chg="del">
        <pc:chgData name="Emircan Tutar" userId="2ecf07fa181e1a0a" providerId="LiveId" clId="{054B95D1-5D9C-4FCE-B846-9A1770DB0C10}" dt="2025-07-24T20:44:34.745" v="0" actId="47"/>
        <pc:sldMkLst>
          <pc:docMk/>
          <pc:sldMk cId="250692309" sldId="331"/>
        </pc:sldMkLst>
      </pc:sldChg>
      <pc:sldChg chg="delSp modSp del mod">
        <pc:chgData name="Emircan Tutar" userId="2ecf07fa181e1a0a" providerId="LiveId" clId="{054B95D1-5D9C-4FCE-B846-9A1770DB0C10}" dt="2025-07-25T09:45:19.623" v="83" actId="47"/>
        <pc:sldMkLst>
          <pc:docMk/>
          <pc:sldMk cId="550924824" sldId="332"/>
        </pc:sldMkLst>
        <pc:spChg chg="mod">
          <ac:chgData name="Emircan Tutar" userId="2ecf07fa181e1a0a" providerId="LiveId" clId="{054B95D1-5D9C-4FCE-B846-9A1770DB0C10}" dt="2025-07-25T09:43:02.303" v="34" actId="20577"/>
          <ac:spMkLst>
            <pc:docMk/>
            <pc:sldMk cId="550924824" sldId="332"/>
            <ac:spMk id="9" creationId="{BF8F463F-892D-4927-B8F8-E0C2CE74F019}"/>
          </ac:spMkLst>
        </pc:spChg>
        <pc:spChg chg="del mod">
          <ac:chgData name="Emircan Tutar" userId="2ecf07fa181e1a0a" providerId="LiveId" clId="{054B95D1-5D9C-4FCE-B846-9A1770DB0C10}" dt="2025-07-25T09:44:57.021" v="60"/>
          <ac:spMkLst>
            <pc:docMk/>
            <pc:sldMk cId="550924824" sldId="332"/>
            <ac:spMk id="16" creationId="{FDFA5044-F67A-465A-8C7A-0A10ECDD6D67}"/>
          </ac:spMkLst>
        </pc:spChg>
      </pc:sldChg>
      <pc:sldChg chg="del">
        <pc:chgData name="Emircan Tutar" userId="2ecf07fa181e1a0a" providerId="LiveId" clId="{054B95D1-5D9C-4FCE-B846-9A1770DB0C10}" dt="2025-07-24T20:44:37.047" v="1" actId="47"/>
        <pc:sldMkLst>
          <pc:docMk/>
          <pc:sldMk cId="2120501625" sldId="333"/>
        </pc:sldMkLst>
      </pc:sldChg>
      <pc:sldChg chg="modSp mod modAnim modNotesTx">
        <pc:chgData name="Emircan Tutar" userId="2ecf07fa181e1a0a" providerId="LiveId" clId="{054B95D1-5D9C-4FCE-B846-9A1770DB0C10}" dt="2025-07-28T12:45:36.206" v="2275" actId="20577"/>
        <pc:sldMkLst>
          <pc:docMk/>
          <pc:sldMk cId="258798273" sldId="334"/>
        </pc:sldMkLst>
        <pc:spChg chg="mod">
          <ac:chgData name="Emircan Tutar" userId="2ecf07fa181e1a0a" providerId="LiveId" clId="{054B95D1-5D9C-4FCE-B846-9A1770DB0C10}" dt="2025-07-25T09:59:33.915" v="135" actId="113"/>
          <ac:spMkLst>
            <pc:docMk/>
            <pc:sldMk cId="258798273" sldId="334"/>
            <ac:spMk id="146" creationId="{00000000-0000-0000-0000-000000000000}"/>
          </ac:spMkLst>
        </pc:spChg>
        <pc:picChg chg="mod">
          <ac:chgData name="Emircan Tutar" userId="2ecf07fa181e1a0a" providerId="LiveId" clId="{054B95D1-5D9C-4FCE-B846-9A1770DB0C10}" dt="2025-07-25T09:59:21.740" v="132" actId="1076"/>
          <ac:picMkLst>
            <pc:docMk/>
            <pc:sldMk cId="258798273" sldId="334"/>
            <ac:picMk id="7" creationId="{6DBDEA03-28B1-4690-AE2D-00FA9045647B}"/>
          </ac:picMkLst>
        </pc:picChg>
      </pc:sldChg>
      <pc:sldChg chg="addSp delSp modSp mod modAnim modNotesTx">
        <pc:chgData name="Emircan Tutar" userId="2ecf07fa181e1a0a" providerId="LiveId" clId="{054B95D1-5D9C-4FCE-B846-9A1770DB0C10}" dt="2025-07-25T11:01:47.727" v="711" actId="1035"/>
        <pc:sldMkLst>
          <pc:docMk/>
          <pc:sldMk cId="1126747682" sldId="335"/>
        </pc:sldMkLst>
        <pc:spChg chg="del">
          <ac:chgData name="Emircan Tutar" userId="2ecf07fa181e1a0a" providerId="LiveId" clId="{054B95D1-5D9C-4FCE-B846-9A1770DB0C10}" dt="2025-07-25T09:44:00.105" v="37" actId="478"/>
          <ac:spMkLst>
            <pc:docMk/>
            <pc:sldMk cId="1126747682" sldId="335"/>
            <ac:spMk id="7" creationId="{D58C9C56-F887-48B9-8B8F-1479CBD6D2AF}"/>
          </ac:spMkLst>
        </pc:spChg>
        <pc:spChg chg="mod">
          <ac:chgData name="Emircan Tutar" userId="2ecf07fa181e1a0a" providerId="LiveId" clId="{054B95D1-5D9C-4FCE-B846-9A1770DB0C10}" dt="2025-07-25T09:43:05.067" v="36" actId="20577"/>
          <ac:spMkLst>
            <pc:docMk/>
            <pc:sldMk cId="1126747682" sldId="335"/>
            <ac:spMk id="9" creationId="{BF8F463F-892D-4927-B8F8-E0C2CE74F019}"/>
          </ac:spMkLst>
        </pc:spChg>
        <pc:spChg chg="add mod">
          <ac:chgData name="Emircan Tutar" userId="2ecf07fa181e1a0a" providerId="LiveId" clId="{054B95D1-5D9C-4FCE-B846-9A1770DB0C10}" dt="2025-07-25T11:01:32.200" v="698" actId="1038"/>
          <ac:spMkLst>
            <pc:docMk/>
            <pc:sldMk cId="1126747682" sldId="335"/>
            <ac:spMk id="15" creationId="{F946C9A1-714D-4C9F-BC2D-3E5470C0BD46}"/>
          </ac:spMkLst>
        </pc:spChg>
        <pc:spChg chg="add mod">
          <ac:chgData name="Emircan Tutar" userId="2ecf07fa181e1a0a" providerId="LiveId" clId="{054B95D1-5D9C-4FCE-B846-9A1770DB0C10}" dt="2025-07-25T11:01:32.200" v="698" actId="1038"/>
          <ac:spMkLst>
            <pc:docMk/>
            <pc:sldMk cId="1126747682" sldId="335"/>
            <ac:spMk id="17" creationId="{B54B9C6D-251F-4A4D-A052-3603CA2F97D7}"/>
          </ac:spMkLst>
        </pc:spChg>
        <pc:spChg chg="add del mod ord">
          <ac:chgData name="Emircan Tutar" userId="2ecf07fa181e1a0a" providerId="LiveId" clId="{054B95D1-5D9C-4FCE-B846-9A1770DB0C10}" dt="2025-07-25T11:01:23.906" v="678" actId="21"/>
          <ac:spMkLst>
            <pc:docMk/>
            <pc:sldMk cId="1126747682" sldId="335"/>
            <ac:spMk id="37" creationId="{0B894C03-6D02-4FBF-8A24-E21773AD2B60}"/>
          </ac:spMkLst>
        </pc:spChg>
        <pc:spChg chg="add mod">
          <ac:chgData name="Emircan Tutar" userId="2ecf07fa181e1a0a" providerId="LiveId" clId="{054B95D1-5D9C-4FCE-B846-9A1770DB0C10}" dt="2025-07-25T11:01:32.200" v="698" actId="1038"/>
          <ac:spMkLst>
            <pc:docMk/>
            <pc:sldMk cId="1126747682" sldId="335"/>
            <ac:spMk id="42" creationId="{2D9BEED2-E9AF-40D6-86EF-FD846382F549}"/>
          </ac:spMkLst>
        </pc:spChg>
        <pc:spChg chg="add mod">
          <ac:chgData name="Emircan Tutar" userId="2ecf07fa181e1a0a" providerId="LiveId" clId="{054B95D1-5D9C-4FCE-B846-9A1770DB0C10}" dt="2025-07-25T11:01:32.200" v="698" actId="1038"/>
          <ac:spMkLst>
            <pc:docMk/>
            <pc:sldMk cId="1126747682" sldId="335"/>
            <ac:spMk id="43" creationId="{13F7E25D-162E-4B7B-822E-DF8F64BAFB67}"/>
          </ac:spMkLst>
        </pc:spChg>
        <pc:spChg chg="add mod">
          <ac:chgData name="Emircan Tutar" userId="2ecf07fa181e1a0a" providerId="LiveId" clId="{054B95D1-5D9C-4FCE-B846-9A1770DB0C10}" dt="2025-07-25T11:01:32.200" v="698" actId="1038"/>
          <ac:spMkLst>
            <pc:docMk/>
            <pc:sldMk cId="1126747682" sldId="335"/>
            <ac:spMk id="44" creationId="{1B952047-2CBF-4064-9D32-FB99084C462C}"/>
          </ac:spMkLst>
        </pc:spChg>
        <pc:spChg chg="add mod">
          <ac:chgData name="Emircan Tutar" userId="2ecf07fa181e1a0a" providerId="LiveId" clId="{054B95D1-5D9C-4FCE-B846-9A1770DB0C10}" dt="2025-07-25T11:01:32.200" v="698" actId="1038"/>
          <ac:spMkLst>
            <pc:docMk/>
            <pc:sldMk cId="1126747682" sldId="335"/>
            <ac:spMk id="45" creationId="{B500834D-CD0E-4771-B0B1-883E8F632354}"/>
          </ac:spMkLst>
        </pc:spChg>
        <pc:spChg chg="add mod">
          <ac:chgData name="Emircan Tutar" userId="2ecf07fa181e1a0a" providerId="LiveId" clId="{054B95D1-5D9C-4FCE-B846-9A1770DB0C10}" dt="2025-07-25T11:01:32.200" v="698" actId="1038"/>
          <ac:spMkLst>
            <pc:docMk/>
            <pc:sldMk cId="1126747682" sldId="335"/>
            <ac:spMk id="46" creationId="{6A6F9B5D-D580-41C9-B070-A00F639C16D3}"/>
          </ac:spMkLst>
        </pc:spChg>
        <pc:spChg chg="add mod">
          <ac:chgData name="Emircan Tutar" userId="2ecf07fa181e1a0a" providerId="LiveId" clId="{054B95D1-5D9C-4FCE-B846-9A1770DB0C10}" dt="2025-07-25T11:01:32.200" v="698" actId="1038"/>
          <ac:spMkLst>
            <pc:docMk/>
            <pc:sldMk cId="1126747682" sldId="335"/>
            <ac:spMk id="47" creationId="{59767C4C-4F51-4B9A-9361-B4D54CD2D130}"/>
          </ac:spMkLst>
        </pc:spChg>
        <pc:spChg chg="add mod">
          <ac:chgData name="Emircan Tutar" userId="2ecf07fa181e1a0a" providerId="LiveId" clId="{054B95D1-5D9C-4FCE-B846-9A1770DB0C10}" dt="2025-07-25T11:01:32.200" v="698" actId="1038"/>
          <ac:spMkLst>
            <pc:docMk/>
            <pc:sldMk cId="1126747682" sldId="335"/>
            <ac:spMk id="48" creationId="{99BF5E6F-84E6-4ACB-9EE8-D5E78B42BBAF}"/>
          </ac:spMkLst>
        </pc:spChg>
        <pc:spChg chg="add mod">
          <ac:chgData name="Emircan Tutar" userId="2ecf07fa181e1a0a" providerId="LiveId" clId="{054B95D1-5D9C-4FCE-B846-9A1770DB0C10}" dt="2025-07-25T10:39:51.360" v="484" actId="1037"/>
          <ac:spMkLst>
            <pc:docMk/>
            <pc:sldMk cId="1126747682" sldId="335"/>
            <ac:spMk id="49" creationId="{45569909-56F9-478C-8A38-3737BA7FA4D6}"/>
          </ac:spMkLst>
        </pc:spChg>
        <pc:spChg chg="add mod">
          <ac:chgData name="Emircan Tutar" userId="2ecf07fa181e1a0a" providerId="LiveId" clId="{054B95D1-5D9C-4FCE-B846-9A1770DB0C10}" dt="2025-07-25T11:01:47.727" v="711" actId="1035"/>
          <ac:spMkLst>
            <pc:docMk/>
            <pc:sldMk cId="1126747682" sldId="335"/>
            <ac:spMk id="51" creationId="{D08A762E-9515-4A5E-B964-62A3ACB6742E}"/>
          </ac:spMkLst>
        </pc:spChg>
        <pc:picChg chg="del mod">
          <ac:chgData name="Emircan Tutar" userId="2ecf07fa181e1a0a" providerId="LiveId" clId="{054B95D1-5D9C-4FCE-B846-9A1770DB0C10}" dt="2025-07-25T10:39:29.432" v="428" actId="478"/>
          <ac:picMkLst>
            <pc:docMk/>
            <pc:sldMk cId="1126747682" sldId="335"/>
            <ac:picMk id="10" creationId="{239CC0C5-885C-4AEA-9454-946AEB0DD6F0}"/>
          </ac:picMkLst>
        </pc:picChg>
        <pc:cxnChg chg="add mod">
          <ac:chgData name="Emircan Tutar" userId="2ecf07fa181e1a0a" providerId="LiveId" clId="{054B95D1-5D9C-4FCE-B846-9A1770DB0C10}" dt="2025-07-25T11:01:32.200" v="698" actId="1038"/>
          <ac:cxnSpMkLst>
            <pc:docMk/>
            <pc:sldMk cId="1126747682" sldId="335"/>
            <ac:cxnSpMk id="4" creationId="{0BD18983-809B-40E4-BF14-7E2F7D3E677D}"/>
          </ac:cxnSpMkLst>
        </pc:cxnChg>
        <pc:cxnChg chg="add mod">
          <ac:chgData name="Emircan Tutar" userId="2ecf07fa181e1a0a" providerId="LiveId" clId="{054B95D1-5D9C-4FCE-B846-9A1770DB0C10}" dt="2025-07-25T11:01:32.200" v="698" actId="1038"/>
          <ac:cxnSpMkLst>
            <pc:docMk/>
            <pc:sldMk cId="1126747682" sldId="335"/>
            <ac:cxnSpMk id="11" creationId="{ECB051D5-C8E9-4B89-88C3-22E5379648A9}"/>
          </ac:cxnSpMkLst>
        </pc:cxnChg>
        <pc:cxnChg chg="add mod">
          <ac:chgData name="Emircan Tutar" userId="2ecf07fa181e1a0a" providerId="LiveId" clId="{054B95D1-5D9C-4FCE-B846-9A1770DB0C10}" dt="2025-07-25T11:01:32.200" v="698" actId="1038"/>
          <ac:cxnSpMkLst>
            <pc:docMk/>
            <pc:sldMk cId="1126747682" sldId="335"/>
            <ac:cxnSpMk id="18" creationId="{5D862EFC-D327-4996-BDEA-D96405B9820B}"/>
          </ac:cxnSpMkLst>
        </pc:cxnChg>
        <pc:cxnChg chg="add mod">
          <ac:chgData name="Emircan Tutar" userId="2ecf07fa181e1a0a" providerId="LiveId" clId="{054B95D1-5D9C-4FCE-B846-9A1770DB0C10}" dt="2025-07-25T11:01:32.200" v="698" actId="1038"/>
          <ac:cxnSpMkLst>
            <pc:docMk/>
            <pc:sldMk cId="1126747682" sldId="335"/>
            <ac:cxnSpMk id="21" creationId="{9AAB7515-7B71-40E4-BA6F-C37978EECF96}"/>
          </ac:cxnSpMkLst>
        </pc:cxnChg>
        <pc:cxnChg chg="add mod">
          <ac:chgData name="Emircan Tutar" userId="2ecf07fa181e1a0a" providerId="LiveId" clId="{054B95D1-5D9C-4FCE-B846-9A1770DB0C10}" dt="2025-07-25T11:01:32.200" v="698" actId="1038"/>
          <ac:cxnSpMkLst>
            <pc:docMk/>
            <pc:sldMk cId="1126747682" sldId="335"/>
            <ac:cxnSpMk id="25" creationId="{5739FEE4-595E-43A7-B4DA-EC6A13484985}"/>
          </ac:cxnSpMkLst>
        </pc:cxnChg>
        <pc:cxnChg chg="add mod">
          <ac:chgData name="Emircan Tutar" userId="2ecf07fa181e1a0a" providerId="LiveId" clId="{054B95D1-5D9C-4FCE-B846-9A1770DB0C10}" dt="2025-07-25T11:01:32.200" v="698" actId="1038"/>
          <ac:cxnSpMkLst>
            <pc:docMk/>
            <pc:sldMk cId="1126747682" sldId="335"/>
            <ac:cxnSpMk id="26" creationId="{F9E8AB8E-4C2F-4DB0-AE08-56B16FBB343A}"/>
          </ac:cxnSpMkLst>
        </pc:cxnChg>
        <pc:cxnChg chg="add mod">
          <ac:chgData name="Emircan Tutar" userId="2ecf07fa181e1a0a" providerId="LiveId" clId="{054B95D1-5D9C-4FCE-B846-9A1770DB0C10}" dt="2025-07-25T11:01:32.200" v="698" actId="1038"/>
          <ac:cxnSpMkLst>
            <pc:docMk/>
            <pc:sldMk cId="1126747682" sldId="335"/>
            <ac:cxnSpMk id="31" creationId="{6A57EA5F-48A9-4E2C-B8EC-644D191C6E29}"/>
          </ac:cxnSpMkLst>
        </pc:cxnChg>
        <pc:cxnChg chg="add mod">
          <ac:chgData name="Emircan Tutar" userId="2ecf07fa181e1a0a" providerId="LiveId" clId="{054B95D1-5D9C-4FCE-B846-9A1770DB0C10}" dt="2025-07-25T11:01:32.200" v="698" actId="1038"/>
          <ac:cxnSpMkLst>
            <pc:docMk/>
            <pc:sldMk cId="1126747682" sldId="335"/>
            <ac:cxnSpMk id="34" creationId="{C109176D-F5A2-4C4A-B6F7-07850E38E467}"/>
          </ac:cxnSpMkLst>
        </pc:cxnChg>
        <pc:cxnChg chg="add mod">
          <ac:chgData name="Emircan Tutar" userId="2ecf07fa181e1a0a" providerId="LiveId" clId="{054B95D1-5D9C-4FCE-B846-9A1770DB0C10}" dt="2025-07-25T11:01:32.200" v="698" actId="1038"/>
          <ac:cxnSpMkLst>
            <pc:docMk/>
            <pc:sldMk cId="1126747682" sldId="335"/>
            <ac:cxnSpMk id="35" creationId="{19AB4A84-52AD-40C3-B53C-FA1BFD3D3182}"/>
          </ac:cxnSpMkLst>
        </pc:cxnChg>
        <pc:cxnChg chg="add mod">
          <ac:chgData name="Emircan Tutar" userId="2ecf07fa181e1a0a" providerId="LiveId" clId="{054B95D1-5D9C-4FCE-B846-9A1770DB0C10}" dt="2025-07-25T11:01:32.200" v="698" actId="1038"/>
          <ac:cxnSpMkLst>
            <pc:docMk/>
            <pc:sldMk cId="1126747682" sldId="335"/>
            <ac:cxnSpMk id="36" creationId="{9E7E236C-5E33-4469-82CB-4E7DE992A210}"/>
          </ac:cxnSpMkLst>
        </pc:cxnChg>
        <pc:cxnChg chg="add mod">
          <ac:chgData name="Emircan Tutar" userId="2ecf07fa181e1a0a" providerId="LiveId" clId="{054B95D1-5D9C-4FCE-B846-9A1770DB0C10}" dt="2025-07-25T11:01:32.200" v="698" actId="1038"/>
          <ac:cxnSpMkLst>
            <pc:docMk/>
            <pc:sldMk cId="1126747682" sldId="335"/>
            <ac:cxnSpMk id="38" creationId="{9F65F0C6-EA29-487C-849C-A94D6B592D26}"/>
          </ac:cxnSpMkLst>
        </pc:cxnChg>
        <pc:cxnChg chg="add mod">
          <ac:chgData name="Emircan Tutar" userId="2ecf07fa181e1a0a" providerId="LiveId" clId="{054B95D1-5D9C-4FCE-B846-9A1770DB0C10}" dt="2025-07-25T11:01:32.200" v="698" actId="1038"/>
          <ac:cxnSpMkLst>
            <pc:docMk/>
            <pc:sldMk cId="1126747682" sldId="335"/>
            <ac:cxnSpMk id="39" creationId="{C90B2B0E-DEFD-46C1-AD61-1221C7B62403}"/>
          </ac:cxnSpMkLst>
        </pc:cxnChg>
        <pc:cxnChg chg="add mod">
          <ac:chgData name="Emircan Tutar" userId="2ecf07fa181e1a0a" providerId="LiveId" clId="{054B95D1-5D9C-4FCE-B846-9A1770DB0C10}" dt="2025-07-25T11:01:32.200" v="698" actId="1038"/>
          <ac:cxnSpMkLst>
            <pc:docMk/>
            <pc:sldMk cId="1126747682" sldId="335"/>
            <ac:cxnSpMk id="40" creationId="{FE7FF592-AD19-4510-B50E-C060053E6C1A}"/>
          </ac:cxnSpMkLst>
        </pc:cxnChg>
        <pc:cxnChg chg="add mod">
          <ac:chgData name="Emircan Tutar" userId="2ecf07fa181e1a0a" providerId="LiveId" clId="{054B95D1-5D9C-4FCE-B846-9A1770DB0C10}" dt="2025-07-25T11:01:32.200" v="698" actId="1038"/>
          <ac:cxnSpMkLst>
            <pc:docMk/>
            <pc:sldMk cId="1126747682" sldId="335"/>
            <ac:cxnSpMk id="41" creationId="{007A2D20-5BE9-41F7-9925-822CA22923B8}"/>
          </ac:cxnSpMkLst>
        </pc:cxnChg>
      </pc:sldChg>
      <pc:sldChg chg="del">
        <pc:chgData name="Emircan Tutar" userId="2ecf07fa181e1a0a" providerId="LiveId" clId="{054B95D1-5D9C-4FCE-B846-9A1770DB0C10}" dt="2025-07-25T10:59:13.793" v="662" actId="47"/>
        <pc:sldMkLst>
          <pc:docMk/>
          <pc:sldMk cId="2195502145" sldId="340"/>
        </pc:sldMkLst>
      </pc:sldChg>
      <pc:sldChg chg="del">
        <pc:chgData name="Emircan Tutar" userId="2ecf07fa181e1a0a" providerId="LiveId" clId="{054B95D1-5D9C-4FCE-B846-9A1770DB0C10}" dt="2025-07-25T11:02:17.639" v="712" actId="47"/>
        <pc:sldMkLst>
          <pc:docMk/>
          <pc:sldMk cId="4083942200" sldId="342"/>
        </pc:sldMkLst>
      </pc:sldChg>
      <pc:sldChg chg="del">
        <pc:chgData name="Emircan Tutar" userId="2ecf07fa181e1a0a" providerId="LiveId" clId="{054B95D1-5D9C-4FCE-B846-9A1770DB0C10}" dt="2025-07-25T11:04:49.584" v="721" actId="47"/>
        <pc:sldMkLst>
          <pc:docMk/>
          <pc:sldMk cId="1174740060" sldId="343"/>
        </pc:sldMkLst>
      </pc:sldChg>
      <pc:sldChg chg="del">
        <pc:chgData name="Emircan Tutar" userId="2ecf07fa181e1a0a" providerId="LiveId" clId="{054B95D1-5D9C-4FCE-B846-9A1770DB0C10}" dt="2025-07-25T11:04:53.890" v="722" actId="47"/>
        <pc:sldMkLst>
          <pc:docMk/>
          <pc:sldMk cId="3526934784" sldId="344"/>
        </pc:sldMkLst>
      </pc:sldChg>
      <pc:sldChg chg="del">
        <pc:chgData name="Emircan Tutar" userId="2ecf07fa181e1a0a" providerId="LiveId" clId="{054B95D1-5D9C-4FCE-B846-9A1770DB0C10}" dt="2025-07-25T11:04:56.592" v="723" actId="47"/>
        <pc:sldMkLst>
          <pc:docMk/>
          <pc:sldMk cId="2196571518" sldId="345"/>
        </pc:sldMkLst>
      </pc:sldChg>
      <pc:sldChg chg="del">
        <pc:chgData name="Emircan Tutar" userId="2ecf07fa181e1a0a" providerId="LiveId" clId="{054B95D1-5D9C-4FCE-B846-9A1770DB0C10}" dt="2025-07-25T11:08:32.280" v="866" actId="47"/>
        <pc:sldMkLst>
          <pc:docMk/>
          <pc:sldMk cId="372294735" sldId="346"/>
        </pc:sldMkLst>
      </pc:sldChg>
      <pc:sldChg chg="del">
        <pc:chgData name="Emircan Tutar" userId="2ecf07fa181e1a0a" providerId="LiveId" clId="{054B95D1-5D9C-4FCE-B846-9A1770DB0C10}" dt="2025-07-25T11:08:32.897" v="867" actId="47"/>
        <pc:sldMkLst>
          <pc:docMk/>
          <pc:sldMk cId="4124642998" sldId="347"/>
        </pc:sldMkLst>
      </pc:sldChg>
      <pc:sldChg chg="modSp">
        <pc:chgData name="Emircan Tutar" userId="2ecf07fa181e1a0a" providerId="LiveId" clId="{054B95D1-5D9C-4FCE-B846-9A1770DB0C10}" dt="2025-07-28T09:21:56.759" v="1629" actId="20577"/>
        <pc:sldMkLst>
          <pc:docMk/>
          <pc:sldMk cId="1511169821" sldId="349"/>
        </pc:sldMkLst>
        <pc:spChg chg="mod">
          <ac:chgData name="Emircan Tutar" userId="2ecf07fa181e1a0a" providerId="LiveId" clId="{054B95D1-5D9C-4FCE-B846-9A1770DB0C10}" dt="2025-07-28T09:21:56.759" v="1629" actId="20577"/>
          <ac:spMkLst>
            <pc:docMk/>
            <pc:sldMk cId="1511169821" sldId="349"/>
            <ac:spMk id="12" creationId="{F6CDF51F-3F48-4A2E-84F0-EA89DDB3B7CE}"/>
          </ac:spMkLst>
        </pc:spChg>
      </pc:sldChg>
      <pc:sldChg chg="addSp modSp mod modAnim">
        <pc:chgData name="Emircan Tutar" userId="2ecf07fa181e1a0a" providerId="LiveId" clId="{054B95D1-5D9C-4FCE-B846-9A1770DB0C10}" dt="2025-07-28T09:21:29.192" v="1626" actId="14100"/>
        <pc:sldMkLst>
          <pc:docMk/>
          <pc:sldMk cId="1022330454" sldId="350"/>
        </pc:sldMkLst>
        <pc:spChg chg="add mod">
          <ac:chgData name="Emircan Tutar" userId="2ecf07fa181e1a0a" providerId="LiveId" clId="{054B95D1-5D9C-4FCE-B846-9A1770DB0C10}" dt="2025-07-28T09:21:29.192" v="1626" actId="14100"/>
          <ac:spMkLst>
            <pc:docMk/>
            <pc:sldMk cId="1022330454" sldId="350"/>
            <ac:spMk id="20" creationId="{49B76D1B-1E4D-4FEA-849A-E0F25580BF08}"/>
          </ac:spMkLst>
        </pc:spChg>
        <pc:spChg chg="add mod">
          <ac:chgData name="Emircan Tutar" userId="2ecf07fa181e1a0a" providerId="LiveId" clId="{054B95D1-5D9C-4FCE-B846-9A1770DB0C10}" dt="2025-07-28T09:21:29.192" v="1626" actId="14100"/>
          <ac:spMkLst>
            <pc:docMk/>
            <pc:sldMk cId="1022330454" sldId="350"/>
            <ac:spMk id="21" creationId="{9E922AC4-DF96-4542-BB59-A43178245D84}"/>
          </ac:spMkLst>
        </pc:spChg>
        <pc:spChg chg="mod">
          <ac:chgData name="Emircan Tutar" userId="2ecf07fa181e1a0a" providerId="LiveId" clId="{054B95D1-5D9C-4FCE-B846-9A1770DB0C10}" dt="2025-07-28T09:21:14.346" v="1624" actId="1035"/>
          <ac:spMkLst>
            <pc:docMk/>
            <pc:sldMk cId="1022330454" sldId="350"/>
            <ac:spMk id="41" creationId="{F1F4A9EC-772B-4BEE-AB88-70FC8AA72031}"/>
          </ac:spMkLst>
        </pc:spChg>
        <pc:spChg chg="mod">
          <ac:chgData name="Emircan Tutar" userId="2ecf07fa181e1a0a" providerId="LiveId" clId="{054B95D1-5D9C-4FCE-B846-9A1770DB0C10}" dt="2025-07-28T09:21:14.346" v="1624" actId="1035"/>
          <ac:spMkLst>
            <pc:docMk/>
            <pc:sldMk cId="1022330454" sldId="350"/>
            <ac:spMk id="42" creationId="{65FC749A-651F-48E8-B955-C63E5F689B4C}"/>
          </ac:spMkLst>
        </pc:spChg>
      </pc:sldChg>
      <pc:sldChg chg="modSp modAnim">
        <pc:chgData name="Emircan Tutar" userId="2ecf07fa181e1a0a" providerId="LiveId" clId="{054B95D1-5D9C-4FCE-B846-9A1770DB0C10}" dt="2025-07-28T09:17:42.814" v="1563" actId="20577"/>
        <pc:sldMkLst>
          <pc:docMk/>
          <pc:sldMk cId="2473750147" sldId="351"/>
        </pc:sldMkLst>
        <pc:spChg chg="mod">
          <ac:chgData name="Emircan Tutar" userId="2ecf07fa181e1a0a" providerId="LiveId" clId="{054B95D1-5D9C-4FCE-B846-9A1770DB0C10}" dt="2025-07-28T09:17:42.814" v="1563" actId="20577"/>
          <ac:spMkLst>
            <pc:docMk/>
            <pc:sldMk cId="2473750147" sldId="351"/>
            <ac:spMk id="5" creationId="{DAD7F91D-8E01-4016-B8F4-90DCD4AD95E7}"/>
          </ac:spMkLst>
        </pc:spChg>
      </pc:sldChg>
      <pc:sldChg chg="del">
        <pc:chgData name="Emircan Tutar" userId="2ecf07fa181e1a0a" providerId="LiveId" clId="{054B95D1-5D9C-4FCE-B846-9A1770DB0C10}" dt="2025-07-25T09:30:34.984" v="8" actId="47"/>
        <pc:sldMkLst>
          <pc:docMk/>
          <pc:sldMk cId="2164002739" sldId="352"/>
        </pc:sldMkLst>
      </pc:sldChg>
      <pc:sldChg chg="modSp mod">
        <pc:chgData name="Emircan Tutar" userId="2ecf07fa181e1a0a" providerId="LiveId" clId="{054B95D1-5D9C-4FCE-B846-9A1770DB0C10}" dt="2025-07-28T12:41:41.393" v="2231" actId="20577"/>
        <pc:sldMkLst>
          <pc:docMk/>
          <pc:sldMk cId="1053719031" sldId="353"/>
        </pc:sldMkLst>
        <pc:spChg chg="mod">
          <ac:chgData name="Emircan Tutar" userId="2ecf07fa181e1a0a" providerId="LiveId" clId="{054B95D1-5D9C-4FCE-B846-9A1770DB0C10}" dt="2025-07-28T12:41:41.393" v="2231" actId="20577"/>
          <ac:spMkLst>
            <pc:docMk/>
            <pc:sldMk cId="1053719031" sldId="353"/>
            <ac:spMk id="4" creationId="{34F559A8-9DF6-B84A-AAE4-62AA799A08EF}"/>
          </ac:spMkLst>
        </pc:spChg>
      </pc:sldChg>
      <pc:sldChg chg="modSp modAnim">
        <pc:chgData name="Emircan Tutar" userId="2ecf07fa181e1a0a" providerId="LiveId" clId="{054B95D1-5D9C-4FCE-B846-9A1770DB0C10}" dt="2025-07-29T14:09:21.962" v="2365"/>
        <pc:sldMkLst>
          <pc:docMk/>
          <pc:sldMk cId="4071966962" sldId="354"/>
        </pc:sldMkLst>
        <pc:spChg chg="mod">
          <ac:chgData name="Emircan Tutar" userId="2ecf07fa181e1a0a" providerId="LiveId" clId="{054B95D1-5D9C-4FCE-B846-9A1770DB0C10}" dt="2025-07-28T12:48:54.205" v="2304" actId="20577"/>
          <ac:spMkLst>
            <pc:docMk/>
            <pc:sldMk cId="4071966962" sldId="354"/>
            <ac:spMk id="9" creationId="{96975156-6BCF-405C-BE8A-254D4D2C6A6F}"/>
          </ac:spMkLst>
        </pc:spChg>
      </pc:sldChg>
      <pc:sldChg chg="del">
        <pc:chgData name="Emircan Tutar" userId="2ecf07fa181e1a0a" providerId="LiveId" clId="{054B95D1-5D9C-4FCE-B846-9A1770DB0C10}" dt="2025-07-28T11:17:30.712" v="1946" actId="47"/>
        <pc:sldMkLst>
          <pc:docMk/>
          <pc:sldMk cId="70640989" sldId="355"/>
        </pc:sldMkLst>
      </pc:sldChg>
      <pc:sldChg chg="modSp mod">
        <pc:chgData name="Emircan Tutar" userId="2ecf07fa181e1a0a" providerId="LiveId" clId="{054B95D1-5D9C-4FCE-B846-9A1770DB0C10}" dt="2025-07-28T12:46:23.100" v="2278" actId="20577"/>
        <pc:sldMkLst>
          <pc:docMk/>
          <pc:sldMk cId="2348342786" sldId="356"/>
        </pc:sldMkLst>
        <pc:spChg chg="mod">
          <ac:chgData name="Emircan Tutar" userId="2ecf07fa181e1a0a" providerId="LiveId" clId="{054B95D1-5D9C-4FCE-B846-9A1770DB0C10}" dt="2025-07-28T12:46:23.100" v="2278" actId="20577"/>
          <ac:spMkLst>
            <pc:docMk/>
            <pc:sldMk cId="2348342786" sldId="356"/>
            <ac:spMk id="146" creationId="{00000000-0000-0000-0000-000000000000}"/>
          </ac:spMkLst>
        </pc:spChg>
      </pc:sldChg>
      <pc:sldChg chg="modSp mod ord modNotesTx">
        <pc:chgData name="Emircan Tutar" userId="2ecf07fa181e1a0a" providerId="LiveId" clId="{054B95D1-5D9C-4FCE-B846-9A1770DB0C10}" dt="2025-07-28T12:51:43.875" v="2364" actId="20577"/>
        <pc:sldMkLst>
          <pc:docMk/>
          <pc:sldMk cId="2893105249" sldId="358"/>
        </pc:sldMkLst>
        <pc:spChg chg="mod">
          <ac:chgData name="Emircan Tutar" userId="2ecf07fa181e1a0a" providerId="LiveId" clId="{054B95D1-5D9C-4FCE-B846-9A1770DB0C10}" dt="2025-07-28T12:51:43.875" v="2364" actId="20577"/>
          <ac:spMkLst>
            <pc:docMk/>
            <pc:sldMk cId="2893105249" sldId="358"/>
            <ac:spMk id="9" creationId="{F1AE2E29-0CE6-4BC4-9A43-5C1F4DE49058}"/>
          </ac:spMkLst>
        </pc:spChg>
      </pc:sldChg>
      <pc:sldChg chg="modSp mod modAnim modNotesTx">
        <pc:chgData name="Emircan Tutar" userId="2ecf07fa181e1a0a" providerId="LiveId" clId="{054B95D1-5D9C-4FCE-B846-9A1770DB0C10}" dt="2025-07-28T12:51:00.439" v="2353" actId="21"/>
        <pc:sldMkLst>
          <pc:docMk/>
          <pc:sldMk cId="3298350620" sldId="359"/>
        </pc:sldMkLst>
        <pc:spChg chg="mod">
          <ac:chgData name="Emircan Tutar" userId="2ecf07fa181e1a0a" providerId="LiveId" clId="{054B95D1-5D9C-4FCE-B846-9A1770DB0C10}" dt="2025-07-28T12:51:00.439" v="2353" actId="21"/>
          <ac:spMkLst>
            <pc:docMk/>
            <pc:sldMk cId="3298350620" sldId="359"/>
            <ac:spMk id="9" creationId="{F1AE2E29-0CE6-4BC4-9A43-5C1F4DE49058}"/>
          </ac:spMkLst>
        </pc:spChg>
      </pc:sldChg>
      <pc:sldChg chg="addSp delSp modSp mod delAnim modAnim">
        <pc:chgData name="Emircan Tutar" userId="2ecf07fa181e1a0a" providerId="LiveId" clId="{054B95D1-5D9C-4FCE-B846-9A1770DB0C10}" dt="2025-07-25T11:35:34.429" v="1540"/>
        <pc:sldMkLst>
          <pc:docMk/>
          <pc:sldMk cId="73058337" sldId="361"/>
        </pc:sldMkLst>
        <pc:spChg chg="mod">
          <ac:chgData name="Emircan Tutar" userId="2ecf07fa181e1a0a" providerId="LiveId" clId="{054B95D1-5D9C-4FCE-B846-9A1770DB0C10}" dt="2025-07-25T11:29:06.836" v="1429" actId="1076"/>
          <ac:spMkLst>
            <pc:docMk/>
            <pc:sldMk cId="73058337" sldId="361"/>
            <ac:spMk id="9" creationId="{F1AE2E29-0CE6-4BC4-9A43-5C1F4DE49058}"/>
          </ac:spMkLst>
        </pc:spChg>
        <pc:spChg chg="add mod">
          <ac:chgData name="Emircan Tutar" userId="2ecf07fa181e1a0a" providerId="LiveId" clId="{054B95D1-5D9C-4FCE-B846-9A1770DB0C10}" dt="2025-07-25T11:22:29.087" v="1362" actId="403"/>
          <ac:spMkLst>
            <pc:docMk/>
            <pc:sldMk cId="73058337" sldId="361"/>
            <ac:spMk id="10" creationId="{25E34E83-3128-428D-91B2-C7F2B347E6D2}"/>
          </ac:spMkLst>
        </pc:spChg>
        <pc:spChg chg="add mod">
          <ac:chgData name="Emircan Tutar" userId="2ecf07fa181e1a0a" providerId="LiveId" clId="{054B95D1-5D9C-4FCE-B846-9A1770DB0C10}" dt="2025-07-25T11:22:25.640" v="1361" actId="403"/>
          <ac:spMkLst>
            <pc:docMk/>
            <pc:sldMk cId="73058337" sldId="361"/>
            <ac:spMk id="11" creationId="{C834F586-600B-428A-ADEB-3488A0CA22B7}"/>
          </ac:spMkLst>
        </pc:spChg>
        <pc:spChg chg="add mod">
          <ac:chgData name="Emircan Tutar" userId="2ecf07fa181e1a0a" providerId="LiveId" clId="{054B95D1-5D9C-4FCE-B846-9A1770DB0C10}" dt="2025-07-25T11:21:50.855" v="1356" actId="1036"/>
          <ac:spMkLst>
            <pc:docMk/>
            <pc:sldMk cId="73058337" sldId="361"/>
            <ac:spMk id="13" creationId="{612FEA44-BC2D-4F63-A254-B595694E9F00}"/>
          </ac:spMkLst>
        </pc:spChg>
        <pc:spChg chg="add del mod">
          <ac:chgData name="Emircan Tutar" userId="2ecf07fa181e1a0a" providerId="LiveId" clId="{054B95D1-5D9C-4FCE-B846-9A1770DB0C10}" dt="2025-07-25T11:10:59.932" v="909" actId="478"/>
          <ac:spMkLst>
            <pc:docMk/>
            <pc:sldMk cId="73058337" sldId="361"/>
            <ac:spMk id="14" creationId="{598B0C06-ADAA-43E3-9C8C-4F64F29A01C3}"/>
          </ac:spMkLst>
        </pc:spChg>
        <pc:spChg chg="add mod">
          <ac:chgData name="Emircan Tutar" userId="2ecf07fa181e1a0a" providerId="LiveId" clId="{054B95D1-5D9C-4FCE-B846-9A1770DB0C10}" dt="2025-07-25T11:21:50.855" v="1356" actId="1036"/>
          <ac:spMkLst>
            <pc:docMk/>
            <pc:sldMk cId="73058337" sldId="361"/>
            <ac:spMk id="16" creationId="{21A206B1-785C-462F-9934-33ED6590BDBA}"/>
          </ac:spMkLst>
        </pc:spChg>
        <pc:spChg chg="add del mod">
          <ac:chgData name="Emircan Tutar" userId="2ecf07fa181e1a0a" providerId="LiveId" clId="{054B95D1-5D9C-4FCE-B846-9A1770DB0C10}" dt="2025-07-25T11:10:29.972" v="897" actId="478"/>
          <ac:spMkLst>
            <pc:docMk/>
            <pc:sldMk cId="73058337" sldId="361"/>
            <ac:spMk id="18" creationId="{55DA469B-61B4-48DA-BC25-EE18D2A5193F}"/>
          </ac:spMkLst>
        </pc:spChg>
        <pc:spChg chg="add mod">
          <ac:chgData name="Emircan Tutar" userId="2ecf07fa181e1a0a" providerId="LiveId" clId="{054B95D1-5D9C-4FCE-B846-9A1770DB0C10}" dt="2025-07-25T11:21:59.850" v="1357" actId="1076"/>
          <ac:spMkLst>
            <pc:docMk/>
            <pc:sldMk cId="73058337" sldId="361"/>
            <ac:spMk id="20" creationId="{DACCB1CC-C04F-47B9-A696-BF4E83557E9D}"/>
          </ac:spMkLst>
        </pc:spChg>
        <pc:spChg chg="add del mod">
          <ac:chgData name="Emircan Tutar" userId="2ecf07fa181e1a0a" providerId="LiveId" clId="{054B95D1-5D9C-4FCE-B846-9A1770DB0C10}" dt="2025-07-25T11:11:02.796" v="911" actId="478"/>
          <ac:spMkLst>
            <pc:docMk/>
            <pc:sldMk cId="73058337" sldId="361"/>
            <ac:spMk id="21" creationId="{01104EA2-B138-456C-AAB2-95B07E77FA3D}"/>
          </ac:spMkLst>
        </pc:spChg>
        <pc:spChg chg="add del mod">
          <ac:chgData name="Emircan Tutar" userId="2ecf07fa181e1a0a" providerId="LiveId" clId="{054B95D1-5D9C-4FCE-B846-9A1770DB0C10}" dt="2025-07-25T11:10:32.468" v="899" actId="478"/>
          <ac:spMkLst>
            <pc:docMk/>
            <pc:sldMk cId="73058337" sldId="361"/>
            <ac:spMk id="23" creationId="{B5C72394-BB40-43A5-9E4A-3EB72E1594A6}"/>
          </ac:spMkLst>
        </pc:spChg>
        <pc:spChg chg="add del mod">
          <ac:chgData name="Emircan Tutar" userId="2ecf07fa181e1a0a" providerId="LiveId" clId="{054B95D1-5D9C-4FCE-B846-9A1770DB0C10}" dt="2025-07-25T11:10:39.535" v="901" actId="478"/>
          <ac:spMkLst>
            <pc:docMk/>
            <pc:sldMk cId="73058337" sldId="361"/>
            <ac:spMk id="25" creationId="{5880E8F5-AE90-4797-AD47-A6505BDC3C85}"/>
          </ac:spMkLst>
        </pc:spChg>
        <pc:spChg chg="add mod">
          <ac:chgData name="Emircan Tutar" userId="2ecf07fa181e1a0a" providerId="LiveId" clId="{054B95D1-5D9C-4FCE-B846-9A1770DB0C10}" dt="2025-07-25T11:21:50.855" v="1356" actId="1036"/>
          <ac:spMkLst>
            <pc:docMk/>
            <pc:sldMk cId="73058337" sldId="361"/>
            <ac:spMk id="27" creationId="{57B9499F-4D14-4E84-A064-6EABBCC2DCCE}"/>
          </ac:spMkLst>
        </pc:spChg>
        <pc:spChg chg="add del mod">
          <ac:chgData name="Emircan Tutar" userId="2ecf07fa181e1a0a" providerId="LiveId" clId="{054B95D1-5D9C-4FCE-B846-9A1770DB0C10}" dt="2025-07-25T11:10:57.740" v="908" actId="478"/>
          <ac:spMkLst>
            <pc:docMk/>
            <pc:sldMk cId="73058337" sldId="361"/>
            <ac:spMk id="28" creationId="{A88E3C8A-0B81-4602-B907-29D796F22FE1}"/>
          </ac:spMkLst>
        </pc:spChg>
        <pc:spChg chg="add del mod">
          <ac:chgData name="Emircan Tutar" userId="2ecf07fa181e1a0a" providerId="LiveId" clId="{054B95D1-5D9C-4FCE-B846-9A1770DB0C10}" dt="2025-07-25T11:11:00.980" v="910" actId="478"/>
          <ac:spMkLst>
            <pc:docMk/>
            <pc:sldMk cId="73058337" sldId="361"/>
            <ac:spMk id="29" creationId="{1F825F08-6A26-4AAA-82A4-AA24888BAEF3}"/>
          </ac:spMkLst>
        </pc:spChg>
        <pc:spChg chg="add mod">
          <ac:chgData name="Emircan Tutar" userId="2ecf07fa181e1a0a" providerId="LiveId" clId="{054B95D1-5D9C-4FCE-B846-9A1770DB0C10}" dt="2025-07-25T11:21:50.855" v="1356" actId="1036"/>
          <ac:spMkLst>
            <pc:docMk/>
            <pc:sldMk cId="73058337" sldId="361"/>
            <ac:spMk id="82" creationId="{B966B48A-0467-4919-B83E-95DDFD868712}"/>
          </ac:spMkLst>
        </pc:spChg>
        <pc:spChg chg="add mod">
          <ac:chgData name="Emircan Tutar" userId="2ecf07fa181e1a0a" providerId="LiveId" clId="{054B95D1-5D9C-4FCE-B846-9A1770DB0C10}" dt="2025-07-25T11:32:23.569" v="1488" actId="20577"/>
          <ac:spMkLst>
            <pc:docMk/>
            <pc:sldMk cId="73058337" sldId="361"/>
            <ac:spMk id="100" creationId="{DF45056C-EBC5-4C40-8955-D95AA00C37E1}"/>
          </ac:spMkLst>
        </pc:spChg>
        <pc:spChg chg="add mod">
          <ac:chgData name="Emircan Tutar" userId="2ecf07fa181e1a0a" providerId="LiveId" clId="{054B95D1-5D9C-4FCE-B846-9A1770DB0C10}" dt="2025-07-25T11:32:27.081" v="1490" actId="20577"/>
          <ac:spMkLst>
            <pc:docMk/>
            <pc:sldMk cId="73058337" sldId="361"/>
            <ac:spMk id="101" creationId="{1B9B5DB2-A730-4768-9318-BD038EA92886}"/>
          </ac:spMkLst>
        </pc:spChg>
        <pc:spChg chg="add mod">
          <ac:chgData name="Emircan Tutar" userId="2ecf07fa181e1a0a" providerId="LiveId" clId="{054B95D1-5D9C-4FCE-B846-9A1770DB0C10}" dt="2025-07-25T11:32:32.902" v="1494" actId="20577"/>
          <ac:spMkLst>
            <pc:docMk/>
            <pc:sldMk cId="73058337" sldId="361"/>
            <ac:spMk id="102" creationId="{8D708554-5163-4F9F-8390-41F3F8BE22DA}"/>
          </ac:spMkLst>
        </pc:spChg>
        <pc:spChg chg="add mod">
          <ac:chgData name="Emircan Tutar" userId="2ecf07fa181e1a0a" providerId="LiveId" clId="{054B95D1-5D9C-4FCE-B846-9A1770DB0C10}" dt="2025-07-25T11:32:38.077" v="1496" actId="20577"/>
          <ac:spMkLst>
            <pc:docMk/>
            <pc:sldMk cId="73058337" sldId="361"/>
            <ac:spMk id="103" creationId="{2738C72B-8A53-4C79-B23D-8F1545453ACC}"/>
          </ac:spMkLst>
        </pc:spChg>
        <pc:spChg chg="add mod">
          <ac:chgData name="Emircan Tutar" userId="2ecf07fa181e1a0a" providerId="LiveId" clId="{054B95D1-5D9C-4FCE-B846-9A1770DB0C10}" dt="2025-07-25T11:32:40.758" v="1498" actId="20577"/>
          <ac:spMkLst>
            <pc:docMk/>
            <pc:sldMk cId="73058337" sldId="361"/>
            <ac:spMk id="104" creationId="{FDCB5368-4ECD-41EC-A2C0-58AB0F19A7CF}"/>
          </ac:spMkLst>
        </pc:spChg>
        <pc:spChg chg="add mod">
          <ac:chgData name="Emircan Tutar" userId="2ecf07fa181e1a0a" providerId="LiveId" clId="{054B95D1-5D9C-4FCE-B846-9A1770DB0C10}" dt="2025-07-25T11:32:44.778" v="1500" actId="20577"/>
          <ac:spMkLst>
            <pc:docMk/>
            <pc:sldMk cId="73058337" sldId="361"/>
            <ac:spMk id="105" creationId="{F441ED9F-268F-41DE-BA97-EE82029FAC7F}"/>
          </ac:spMkLst>
        </pc:spChg>
        <pc:spChg chg="add mod ord">
          <ac:chgData name="Emircan Tutar" userId="2ecf07fa181e1a0a" providerId="LiveId" clId="{054B95D1-5D9C-4FCE-B846-9A1770DB0C10}" dt="2025-07-25T11:29:46.884" v="1435" actId="14100"/>
          <ac:spMkLst>
            <pc:docMk/>
            <pc:sldMk cId="73058337" sldId="361"/>
            <ac:spMk id="158" creationId="{A95F4D3C-413A-4271-BAF5-A2F36B28703E}"/>
          </ac:spMkLst>
        </pc:spChg>
        <pc:spChg chg="add mod">
          <ac:chgData name="Emircan Tutar" userId="2ecf07fa181e1a0a" providerId="LiveId" clId="{054B95D1-5D9C-4FCE-B846-9A1770DB0C10}" dt="2025-07-25T11:31:17.427" v="1457" actId="14100"/>
          <ac:spMkLst>
            <pc:docMk/>
            <pc:sldMk cId="73058337" sldId="361"/>
            <ac:spMk id="159" creationId="{33125FB5-0509-4A70-AA8E-84E375297991}"/>
          </ac:spMkLst>
        </pc:spChg>
        <pc:picChg chg="del mod">
          <ac:chgData name="Emircan Tutar" userId="2ecf07fa181e1a0a" providerId="LiveId" clId="{054B95D1-5D9C-4FCE-B846-9A1770DB0C10}" dt="2025-07-25T11:20:57.110" v="1322" actId="478"/>
          <ac:picMkLst>
            <pc:docMk/>
            <pc:sldMk cId="73058337" sldId="361"/>
            <ac:picMk id="4" creationId="{0C21E6B9-3E97-4A3D-B799-26CC70952682}"/>
          </ac:picMkLst>
        </pc:picChg>
        <pc:cxnChg chg="add del mod">
          <ac:chgData name="Emircan Tutar" userId="2ecf07fa181e1a0a" providerId="LiveId" clId="{054B95D1-5D9C-4FCE-B846-9A1770DB0C10}" dt="2025-07-25T11:14:39.029" v="1066" actId="478"/>
          <ac:cxnSpMkLst>
            <pc:docMk/>
            <pc:sldMk cId="73058337" sldId="361"/>
            <ac:cxnSpMk id="12" creationId="{BF65AAF9-4298-42C3-94C5-647AEAE272B1}"/>
          </ac:cxnSpMkLst>
        </pc:cxnChg>
        <pc:cxnChg chg="add del mod">
          <ac:chgData name="Emircan Tutar" userId="2ecf07fa181e1a0a" providerId="LiveId" clId="{054B95D1-5D9C-4FCE-B846-9A1770DB0C10}" dt="2025-07-25T11:10:25.683" v="896" actId="478"/>
          <ac:cxnSpMkLst>
            <pc:docMk/>
            <pc:sldMk cId="73058337" sldId="361"/>
            <ac:cxnSpMk id="15" creationId="{0485DCEB-D6EC-4F99-9AD1-81ED3C36C196}"/>
          </ac:cxnSpMkLst>
        </pc:cxnChg>
        <pc:cxnChg chg="add mod">
          <ac:chgData name="Emircan Tutar" userId="2ecf07fa181e1a0a" providerId="LiveId" clId="{054B95D1-5D9C-4FCE-B846-9A1770DB0C10}" dt="2025-07-25T11:21:50.855" v="1356" actId="1036"/>
          <ac:cxnSpMkLst>
            <pc:docMk/>
            <pc:sldMk cId="73058337" sldId="361"/>
            <ac:cxnSpMk id="17" creationId="{8DE57D0B-2683-4210-984B-F9224D38A47D}"/>
          </ac:cxnSpMkLst>
        </pc:cxnChg>
        <pc:cxnChg chg="add mod">
          <ac:chgData name="Emircan Tutar" userId="2ecf07fa181e1a0a" providerId="LiveId" clId="{054B95D1-5D9C-4FCE-B846-9A1770DB0C10}" dt="2025-07-25T11:21:59.850" v="1357" actId="1076"/>
          <ac:cxnSpMkLst>
            <pc:docMk/>
            <pc:sldMk cId="73058337" sldId="361"/>
            <ac:cxnSpMk id="19" creationId="{2F4C37D7-FDFA-43ED-8302-8997E2BBF45B}"/>
          </ac:cxnSpMkLst>
        </pc:cxnChg>
        <pc:cxnChg chg="add del mod">
          <ac:chgData name="Emircan Tutar" userId="2ecf07fa181e1a0a" providerId="LiveId" clId="{054B95D1-5D9C-4FCE-B846-9A1770DB0C10}" dt="2025-07-25T11:10:31.243" v="898" actId="478"/>
          <ac:cxnSpMkLst>
            <pc:docMk/>
            <pc:sldMk cId="73058337" sldId="361"/>
            <ac:cxnSpMk id="22" creationId="{D7B92007-1E1B-4A25-92DA-6E987BDB0955}"/>
          </ac:cxnSpMkLst>
        </pc:cxnChg>
        <pc:cxnChg chg="add del mod">
          <ac:chgData name="Emircan Tutar" userId="2ecf07fa181e1a0a" providerId="LiveId" clId="{054B95D1-5D9C-4FCE-B846-9A1770DB0C10}" dt="2025-07-25T11:10:40.295" v="902" actId="478"/>
          <ac:cxnSpMkLst>
            <pc:docMk/>
            <pc:sldMk cId="73058337" sldId="361"/>
            <ac:cxnSpMk id="24" creationId="{05F87ADB-8B26-4CED-B345-53C093A2D58D}"/>
          </ac:cxnSpMkLst>
        </pc:cxnChg>
        <pc:cxnChg chg="add mod">
          <ac:chgData name="Emircan Tutar" userId="2ecf07fa181e1a0a" providerId="LiveId" clId="{054B95D1-5D9C-4FCE-B846-9A1770DB0C10}" dt="2025-07-25T11:21:50.855" v="1356" actId="1036"/>
          <ac:cxnSpMkLst>
            <pc:docMk/>
            <pc:sldMk cId="73058337" sldId="361"/>
            <ac:cxnSpMk id="26" creationId="{95D8A0C4-BC66-4012-8F33-8C0BC37B3FA4}"/>
          </ac:cxnSpMkLst>
        </pc:cxnChg>
        <pc:cxnChg chg="add mod">
          <ac:chgData name="Emircan Tutar" userId="2ecf07fa181e1a0a" providerId="LiveId" clId="{054B95D1-5D9C-4FCE-B846-9A1770DB0C10}" dt="2025-07-25T11:21:59.850" v="1357" actId="1076"/>
          <ac:cxnSpMkLst>
            <pc:docMk/>
            <pc:sldMk cId="73058337" sldId="361"/>
            <ac:cxnSpMk id="51" creationId="{9106BBF6-11AA-4CC4-BD78-0BB3735F487C}"/>
          </ac:cxnSpMkLst>
        </pc:cxnChg>
        <pc:cxnChg chg="add mod">
          <ac:chgData name="Emircan Tutar" userId="2ecf07fa181e1a0a" providerId="LiveId" clId="{054B95D1-5D9C-4FCE-B846-9A1770DB0C10}" dt="2025-07-25T11:21:50.855" v="1356" actId="1036"/>
          <ac:cxnSpMkLst>
            <pc:docMk/>
            <pc:sldMk cId="73058337" sldId="361"/>
            <ac:cxnSpMk id="62" creationId="{91AE4106-2D22-46DC-9546-21E3C9F95E35}"/>
          </ac:cxnSpMkLst>
        </pc:cxnChg>
        <pc:cxnChg chg="add mod">
          <ac:chgData name="Emircan Tutar" userId="2ecf07fa181e1a0a" providerId="LiveId" clId="{054B95D1-5D9C-4FCE-B846-9A1770DB0C10}" dt="2025-07-25T11:21:50.855" v="1356" actId="1036"/>
          <ac:cxnSpMkLst>
            <pc:docMk/>
            <pc:sldMk cId="73058337" sldId="361"/>
            <ac:cxnSpMk id="81" creationId="{D1A5B968-FBAF-4C16-BA6E-58A40F22C983}"/>
          </ac:cxnSpMkLst>
        </pc:cxnChg>
        <pc:cxnChg chg="add mod">
          <ac:chgData name="Emircan Tutar" userId="2ecf07fa181e1a0a" providerId="LiveId" clId="{054B95D1-5D9C-4FCE-B846-9A1770DB0C10}" dt="2025-07-25T11:21:50.855" v="1356" actId="1036"/>
          <ac:cxnSpMkLst>
            <pc:docMk/>
            <pc:sldMk cId="73058337" sldId="361"/>
            <ac:cxnSpMk id="87" creationId="{3976D835-2C4A-468F-A06B-1F0C8850C1F2}"/>
          </ac:cxnSpMkLst>
        </pc:cxnChg>
        <pc:cxnChg chg="add del mod">
          <ac:chgData name="Emircan Tutar" userId="2ecf07fa181e1a0a" providerId="LiveId" clId="{054B95D1-5D9C-4FCE-B846-9A1770DB0C10}" dt="2025-07-25T11:21:35.828" v="1330"/>
          <ac:cxnSpMkLst>
            <pc:docMk/>
            <pc:sldMk cId="73058337" sldId="361"/>
            <ac:cxnSpMk id="95" creationId="{F27A9582-5802-4E36-80EB-4FC7DA46388D}"/>
          </ac:cxnSpMkLst>
        </pc:cxnChg>
      </pc:sldChg>
      <pc:sldChg chg="delSp modSp del mod">
        <pc:chgData name="Emircan Tutar" userId="2ecf07fa181e1a0a" providerId="LiveId" clId="{054B95D1-5D9C-4FCE-B846-9A1770DB0C10}" dt="2025-07-24T20:44:55.937" v="6" actId="47"/>
        <pc:sldMkLst>
          <pc:docMk/>
          <pc:sldMk cId="3276713337" sldId="362"/>
        </pc:sldMkLst>
        <pc:spChg chg="del mod">
          <ac:chgData name="Emircan Tutar" userId="2ecf07fa181e1a0a" providerId="LiveId" clId="{054B95D1-5D9C-4FCE-B846-9A1770DB0C10}" dt="2025-07-24T20:44:48.013" v="4"/>
          <ac:spMkLst>
            <pc:docMk/>
            <pc:sldMk cId="3276713337" sldId="362"/>
            <ac:spMk id="9" creationId="{F1AE2E29-0CE6-4BC4-9A43-5C1F4DE49058}"/>
          </ac:spMkLst>
        </pc:spChg>
      </pc:sldChg>
      <pc:sldChg chg="modNotesTx">
        <pc:chgData name="Emircan Tutar" userId="2ecf07fa181e1a0a" providerId="LiveId" clId="{054B95D1-5D9C-4FCE-B846-9A1770DB0C10}" dt="2025-07-24T20:44:52.928" v="5"/>
        <pc:sldMkLst>
          <pc:docMk/>
          <pc:sldMk cId="339974531" sldId="363"/>
        </pc:sldMkLst>
      </pc:sldChg>
      <pc:sldChg chg="modSp mod modNotesTx">
        <pc:chgData name="Emircan Tutar" userId="2ecf07fa181e1a0a" providerId="LiveId" clId="{054B95D1-5D9C-4FCE-B846-9A1770DB0C10}" dt="2025-07-28T12:42:24.789" v="2270" actId="20577"/>
        <pc:sldMkLst>
          <pc:docMk/>
          <pc:sldMk cId="3342440380" sldId="365"/>
        </pc:sldMkLst>
        <pc:spChg chg="mod">
          <ac:chgData name="Emircan Tutar" userId="2ecf07fa181e1a0a" providerId="LiveId" clId="{054B95D1-5D9C-4FCE-B846-9A1770DB0C10}" dt="2025-07-28T12:42:00.269" v="2239" actId="20577"/>
          <ac:spMkLst>
            <pc:docMk/>
            <pc:sldMk cId="3342440380" sldId="365"/>
            <ac:spMk id="4" creationId="{34F559A8-9DF6-B84A-AAE4-62AA799A08EF}"/>
          </ac:spMkLst>
        </pc:spChg>
      </pc:sldChg>
      <pc:sldChg chg="modSp mod">
        <pc:chgData name="Emircan Tutar" userId="2ecf07fa181e1a0a" providerId="LiveId" clId="{054B95D1-5D9C-4FCE-B846-9A1770DB0C10}" dt="2025-07-28T12:41:34.805" v="2228" actId="20577"/>
        <pc:sldMkLst>
          <pc:docMk/>
          <pc:sldMk cId="890138345" sldId="366"/>
        </pc:sldMkLst>
        <pc:spChg chg="mod">
          <ac:chgData name="Emircan Tutar" userId="2ecf07fa181e1a0a" providerId="LiveId" clId="{054B95D1-5D9C-4FCE-B846-9A1770DB0C10}" dt="2025-07-28T12:41:34.805" v="2228" actId="20577"/>
          <ac:spMkLst>
            <pc:docMk/>
            <pc:sldMk cId="890138345" sldId="366"/>
            <ac:spMk id="4" creationId="{34F559A8-9DF6-B84A-AAE4-62AA799A08EF}"/>
          </ac:spMkLst>
        </pc:spChg>
      </pc:sldChg>
      <pc:sldChg chg="del">
        <pc:chgData name="Emircan Tutar" userId="2ecf07fa181e1a0a" providerId="LiveId" clId="{054B95D1-5D9C-4FCE-B846-9A1770DB0C10}" dt="2025-07-28T12:41:18.038" v="2222" actId="47"/>
        <pc:sldMkLst>
          <pc:docMk/>
          <pc:sldMk cId="3311151285" sldId="367"/>
        </pc:sldMkLst>
      </pc:sldChg>
      <pc:sldChg chg="del">
        <pc:chgData name="Emircan Tutar" userId="2ecf07fa181e1a0a" providerId="LiveId" clId="{054B95D1-5D9C-4FCE-B846-9A1770DB0C10}" dt="2025-07-28T12:41:05.203" v="2221" actId="47"/>
        <pc:sldMkLst>
          <pc:docMk/>
          <pc:sldMk cId="898233162" sldId="368"/>
        </pc:sldMkLst>
      </pc:sldChg>
      <pc:sldChg chg="del">
        <pc:chgData name="Emircan Tutar" userId="2ecf07fa181e1a0a" providerId="LiveId" clId="{054B95D1-5D9C-4FCE-B846-9A1770DB0C10}" dt="2025-07-28T12:47:15.526" v="2279" actId="47"/>
        <pc:sldMkLst>
          <pc:docMk/>
          <pc:sldMk cId="359640527" sldId="369"/>
        </pc:sldMkLst>
      </pc:sldChg>
      <pc:sldChg chg="addSp delSp modSp add mod delAnim">
        <pc:chgData name="Emircan Tutar" userId="2ecf07fa181e1a0a" providerId="LiveId" clId="{054B95D1-5D9C-4FCE-B846-9A1770DB0C10}" dt="2025-07-25T11:00:20.586" v="671" actId="692"/>
        <pc:sldMkLst>
          <pc:docMk/>
          <pc:sldMk cId="724366517" sldId="370"/>
        </pc:sldMkLst>
        <pc:spChg chg="mod">
          <ac:chgData name="Emircan Tutar" userId="2ecf07fa181e1a0a" providerId="LiveId" clId="{054B95D1-5D9C-4FCE-B846-9A1770DB0C10}" dt="2025-07-25T10:58:52.066" v="661" actId="20577"/>
          <ac:spMkLst>
            <pc:docMk/>
            <pc:sldMk cId="724366517" sldId="370"/>
            <ac:spMk id="9" creationId="{BF8F463F-892D-4927-B8F8-E0C2CE74F019}"/>
          </ac:spMkLst>
        </pc:spChg>
        <pc:spChg chg="del">
          <ac:chgData name="Emircan Tutar" userId="2ecf07fa181e1a0a" providerId="LiveId" clId="{054B95D1-5D9C-4FCE-B846-9A1770DB0C10}" dt="2025-07-25T10:57:21.569" v="609" actId="478"/>
          <ac:spMkLst>
            <pc:docMk/>
            <pc:sldMk cId="724366517" sldId="370"/>
            <ac:spMk id="15" creationId="{F946C9A1-714D-4C9F-BC2D-3E5470C0BD46}"/>
          </ac:spMkLst>
        </pc:spChg>
        <pc:spChg chg="del">
          <ac:chgData name="Emircan Tutar" userId="2ecf07fa181e1a0a" providerId="LiveId" clId="{054B95D1-5D9C-4FCE-B846-9A1770DB0C10}" dt="2025-07-25T10:57:21.569" v="609" actId="478"/>
          <ac:spMkLst>
            <pc:docMk/>
            <pc:sldMk cId="724366517" sldId="370"/>
            <ac:spMk id="17" creationId="{B54B9C6D-251F-4A4D-A052-3603CA2F97D7}"/>
          </ac:spMkLst>
        </pc:spChg>
        <pc:spChg chg="del">
          <ac:chgData name="Emircan Tutar" userId="2ecf07fa181e1a0a" providerId="LiveId" clId="{054B95D1-5D9C-4FCE-B846-9A1770DB0C10}" dt="2025-07-25T10:57:21.569" v="609" actId="478"/>
          <ac:spMkLst>
            <pc:docMk/>
            <pc:sldMk cId="724366517" sldId="370"/>
            <ac:spMk id="42" creationId="{2D9BEED2-E9AF-40D6-86EF-FD846382F549}"/>
          </ac:spMkLst>
        </pc:spChg>
        <pc:spChg chg="del">
          <ac:chgData name="Emircan Tutar" userId="2ecf07fa181e1a0a" providerId="LiveId" clId="{054B95D1-5D9C-4FCE-B846-9A1770DB0C10}" dt="2025-07-25T10:57:21.569" v="609" actId="478"/>
          <ac:spMkLst>
            <pc:docMk/>
            <pc:sldMk cId="724366517" sldId="370"/>
            <ac:spMk id="43" creationId="{13F7E25D-162E-4B7B-822E-DF8F64BAFB67}"/>
          </ac:spMkLst>
        </pc:spChg>
        <pc:spChg chg="del">
          <ac:chgData name="Emircan Tutar" userId="2ecf07fa181e1a0a" providerId="LiveId" clId="{054B95D1-5D9C-4FCE-B846-9A1770DB0C10}" dt="2025-07-25T10:57:21.569" v="609" actId="478"/>
          <ac:spMkLst>
            <pc:docMk/>
            <pc:sldMk cId="724366517" sldId="370"/>
            <ac:spMk id="44" creationId="{1B952047-2CBF-4064-9D32-FB99084C462C}"/>
          </ac:spMkLst>
        </pc:spChg>
        <pc:spChg chg="del">
          <ac:chgData name="Emircan Tutar" userId="2ecf07fa181e1a0a" providerId="LiveId" clId="{054B95D1-5D9C-4FCE-B846-9A1770DB0C10}" dt="2025-07-25T10:57:21.569" v="609" actId="478"/>
          <ac:spMkLst>
            <pc:docMk/>
            <pc:sldMk cId="724366517" sldId="370"/>
            <ac:spMk id="45" creationId="{B500834D-CD0E-4771-B0B1-883E8F632354}"/>
          </ac:spMkLst>
        </pc:spChg>
        <pc:spChg chg="del">
          <ac:chgData name="Emircan Tutar" userId="2ecf07fa181e1a0a" providerId="LiveId" clId="{054B95D1-5D9C-4FCE-B846-9A1770DB0C10}" dt="2025-07-25T10:57:21.569" v="609" actId="478"/>
          <ac:spMkLst>
            <pc:docMk/>
            <pc:sldMk cId="724366517" sldId="370"/>
            <ac:spMk id="46" creationId="{6A6F9B5D-D580-41C9-B070-A00F639C16D3}"/>
          </ac:spMkLst>
        </pc:spChg>
        <pc:spChg chg="del">
          <ac:chgData name="Emircan Tutar" userId="2ecf07fa181e1a0a" providerId="LiveId" clId="{054B95D1-5D9C-4FCE-B846-9A1770DB0C10}" dt="2025-07-25T10:57:21.569" v="609" actId="478"/>
          <ac:spMkLst>
            <pc:docMk/>
            <pc:sldMk cId="724366517" sldId="370"/>
            <ac:spMk id="47" creationId="{59767C4C-4F51-4B9A-9361-B4D54CD2D130}"/>
          </ac:spMkLst>
        </pc:spChg>
        <pc:spChg chg="del">
          <ac:chgData name="Emircan Tutar" userId="2ecf07fa181e1a0a" providerId="LiveId" clId="{054B95D1-5D9C-4FCE-B846-9A1770DB0C10}" dt="2025-07-25T10:57:21.569" v="609" actId="478"/>
          <ac:spMkLst>
            <pc:docMk/>
            <pc:sldMk cId="724366517" sldId="370"/>
            <ac:spMk id="48" creationId="{99BF5E6F-84E6-4ACB-9EE8-D5E78B42BBAF}"/>
          </ac:spMkLst>
        </pc:spChg>
        <pc:spChg chg="del">
          <ac:chgData name="Emircan Tutar" userId="2ecf07fa181e1a0a" providerId="LiveId" clId="{054B95D1-5D9C-4FCE-B846-9A1770DB0C10}" dt="2025-07-25T10:57:24.393" v="610" actId="478"/>
          <ac:spMkLst>
            <pc:docMk/>
            <pc:sldMk cId="724366517" sldId="370"/>
            <ac:spMk id="49" creationId="{45569909-56F9-478C-8A38-3737BA7FA4D6}"/>
          </ac:spMkLst>
        </pc:spChg>
        <pc:picChg chg="add mod">
          <ac:chgData name="Emircan Tutar" userId="2ecf07fa181e1a0a" providerId="LiveId" clId="{054B95D1-5D9C-4FCE-B846-9A1770DB0C10}" dt="2025-07-25T11:00:20.586" v="671" actId="692"/>
          <ac:picMkLst>
            <pc:docMk/>
            <pc:sldMk cId="724366517" sldId="370"/>
            <ac:picMk id="5" creationId="{93BC2212-658A-4546-9745-AA3B5F380DF4}"/>
          </ac:picMkLst>
        </pc:picChg>
        <pc:cxnChg chg="del">
          <ac:chgData name="Emircan Tutar" userId="2ecf07fa181e1a0a" providerId="LiveId" clId="{054B95D1-5D9C-4FCE-B846-9A1770DB0C10}" dt="2025-07-25T10:57:21.569" v="609" actId="478"/>
          <ac:cxnSpMkLst>
            <pc:docMk/>
            <pc:sldMk cId="724366517" sldId="370"/>
            <ac:cxnSpMk id="4" creationId="{0BD18983-809B-40E4-BF14-7E2F7D3E677D}"/>
          </ac:cxnSpMkLst>
        </pc:cxnChg>
        <pc:cxnChg chg="del">
          <ac:chgData name="Emircan Tutar" userId="2ecf07fa181e1a0a" providerId="LiveId" clId="{054B95D1-5D9C-4FCE-B846-9A1770DB0C10}" dt="2025-07-25T10:57:21.569" v="609" actId="478"/>
          <ac:cxnSpMkLst>
            <pc:docMk/>
            <pc:sldMk cId="724366517" sldId="370"/>
            <ac:cxnSpMk id="11" creationId="{ECB051D5-C8E9-4B89-88C3-22E5379648A9}"/>
          </ac:cxnSpMkLst>
        </pc:cxnChg>
        <pc:cxnChg chg="del">
          <ac:chgData name="Emircan Tutar" userId="2ecf07fa181e1a0a" providerId="LiveId" clId="{054B95D1-5D9C-4FCE-B846-9A1770DB0C10}" dt="2025-07-25T10:57:21.569" v="609" actId="478"/>
          <ac:cxnSpMkLst>
            <pc:docMk/>
            <pc:sldMk cId="724366517" sldId="370"/>
            <ac:cxnSpMk id="18" creationId="{5D862EFC-D327-4996-BDEA-D96405B9820B}"/>
          </ac:cxnSpMkLst>
        </pc:cxnChg>
        <pc:cxnChg chg="del">
          <ac:chgData name="Emircan Tutar" userId="2ecf07fa181e1a0a" providerId="LiveId" clId="{054B95D1-5D9C-4FCE-B846-9A1770DB0C10}" dt="2025-07-25T10:57:21.569" v="609" actId="478"/>
          <ac:cxnSpMkLst>
            <pc:docMk/>
            <pc:sldMk cId="724366517" sldId="370"/>
            <ac:cxnSpMk id="21" creationId="{9AAB7515-7B71-40E4-BA6F-C37978EECF96}"/>
          </ac:cxnSpMkLst>
        </pc:cxnChg>
        <pc:cxnChg chg="del">
          <ac:chgData name="Emircan Tutar" userId="2ecf07fa181e1a0a" providerId="LiveId" clId="{054B95D1-5D9C-4FCE-B846-9A1770DB0C10}" dt="2025-07-25T10:57:21.569" v="609" actId="478"/>
          <ac:cxnSpMkLst>
            <pc:docMk/>
            <pc:sldMk cId="724366517" sldId="370"/>
            <ac:cxnSpMk id="25" creationId="{5739FEE4-595E-43A7-B4DA-EC6A13484985}"/>
          </ac:cxnSpMkLst>
        </pc:cxnChg>
        <pc:cxnChg chg="del">
          <ac:chgData name="Emircan Tutar" userId="2ecf07fa181e1a0a" providerId="LiveId" clId="{054B95D1-5D9C-4FCE-B846-9A1770DB0C10}" dt="2025-07-25T10:57:21.569" v="609" actId="478"/>
          <ac:cxnSpMkLst>
            <pc:docMk/>
            <pc:sldMk cId="724366517" sldId="370"/>
            <ac:cxnSpMk id="26" creationId="{F9E8AB8E-4C2F-4DB0-AE08-56B16FBB343A}"/>
          </ac:cxnSpMkLst>
        </pc:cxnChg>
        <pc:cxnChg chg="del">
          <ac:chgData name="Emircan Tutar" userId="2ecf07fa181e1a0a" providerId="LiveId" clId="{054B95D1-5D9C-4FCE-B846-9A1770DB0C10}" dt="2025-07-25T10:57:21.569" v="609" actId="478"/>
          <ac:cxnSpMkLst>
            <pc:docMk/>
            <pc:sldMk cId="724366517" sldId="370"/>
            <ac:cxnSpMk id="31" creationId="{6A57EA5F-48A9-4E2C-B8EC-644D191C6E29}"/>
          </ac:cxnSpMkLst>
        </pc:cxnChg>
        <pc:cxnChg chg="del">
          <ac:chgData name="Emircan Tutar" userId="2ecf07fa181e1a0a" providerId="LiveId" clId="{054B95D1-5D9C-4FCE-B846-9A1770DB0C10}" dt="2025-07-25T10:57:21.569" v="609" actId="478"/>
          <ac:cxnSpMkLst>
            <pc:docMk/>
            <pc:sldMk cId="724366517" sldId="370"/>
            <ac:cxnSpMk id="34" creationId="{C109176D-F5A2-4C4A-B6F7-07850E38E467}"/>
          </ac:cxnSpMkLst>
        </pc:cxnChg>
        <pc:cxnChg chg="del">
          <ac:chgData name="Emircan Tutar" userId="2ecf07fa181e1a0a" providerId="LiveId" clId="{054B95D1-5D9C-4FCE-B846-9A1770DB0C10}" dt="2025-07-25T10:57:21.569" v="609" actId="478"/>
          <ac:cxnSpMkLst>
            <pc:docMk/>
            <pc:sldMk cId="724366517" sldId="370"/>
            <ac:cxnSpMk id="35" creationId="{19AB4A84-52AD-40C3-B53C-FA1BFD3D3182}"/>
          </ac:cxnSpMkLst>
        </pc:cxnChg>
        <pc:cxnChg chg="del">
          <ac:chgData name="Emircan Tutar" userId="2ecf07fa181e1a0a" providerId="LiveId" clId="{054B95D1-5D9C-4FCE-B846-9A1770DB0C10}" dt="2025-07-25T10:57:21.569" v="609" actId="478"/>
          <ac:cxnSpMkLst>
            <pc:docMk/>
            <pc:sldMk cId="724366517" sldId="370"/>
            <ac:cxnSpMk id="36" creationId="{9E7E236C-5E33-4469-82CB-4E7DE992A210}"/>
          </ac:cxnSpMkLst>
        </pc:cxnChg>
        <pc:cxnChg chg="del">
          <ac:chgData name="Emircan Tutar" userId="2ecf07fa181e1a0a" providerId="LiveId" clId="{054B95D1-5D9C-4FCE-B846-9A1770DB0C10}" dt="2025-07-25T10:57:21.569" v="609" actId="478"/>
          <ac:cxnSpMkLst>
            <pc:docMk/>
            <pc:sldMk cId="724366517" sldId="370"/>
            <ac:cxnSpMk id="38" creationId="{9F65F0C6-EA29-487C-849C-A94D6B592D26}"/>
          </ac:cxnSpMkLst>
        </pc:cxnChg>
        <pc:cxnChg chg="del">
          <ac:chgData name="Emircan Tutar" userId="2ecf07fa181e1a0a" providerId="LiveId" clId="{054B95D1-5D9C-4FCE-B846-9A1770DB0C10}" dt="2025-07-25T10:57:21.569" v="609" actId="478"/>
          <ac:cxnSpMkLst>
            <pc:docMk/>
            <pc:sldMk cId="724366517" sldId="370"/>
            <ac:cxnSpMk id="39" creationId="{C90B2B0E-DEFD-46C1-AD61-1221C7B62403}"/>
          </ac:cxnSpMkLst>
        </pc:cxnChg>
        <pc:cxnChg chg="del">
          <ac:chgData name="Emircan Tutar" userId="2ecf07fa181e1a0a" providerId="LiveId" clId="{054B95D1-5D9C-4FCE-B846-9A1770DB0C10}" dt="2025-07-25T10:57:21.569" v="609" actId="478"/>
          <ac:cxnSpMkLst>
            <pc:docMk/>
            <pc:sldMk cId="724366517" sldId="370"/>
            <ac:cxnSpMk id="40" creationId="{FE7FF592-AD19-4510-B50E-C060053E6C1A}"/>
          </ac:cxnSpMkLst>
        </pc:cxnChg>
        <pc:cxnChg chg="del">
          <ac:chgData name="Emircan Tutar" userId="2ecf07fa181e1a0a" providerId="LiveId" clId="{054B95D1-5D9C-4FCE-B846-9A1770DB0C10}" dt="2025-07-25T10:57:21.569" v="609" actId="478"/>
          <ac:cxnSpMkLst>
            <pc:docMk/>
            <pc:sldMk cId="724366517" sldId="370"/>
            <ac:cxnSpMk id="41" creationId="{007A2D20-5BE9-41F7-9925-822CA22923B8}"/>
          </ac:cxnSpMkLst>
        </pc:cxnChg>
      </pc:sldChg>
      <pc:sldChg chg="add del ord">
        <pc:chgData name="Emircan Tutar" userId="2ecf07fa181e1a0a" providerId="LiveId" clId="{054B95D1-5D9C-4FCE-B846-9A1770DB0C10}" dt="2025-07-25T10:40:35.266" v="488" actId="47"/>
        <pc:sldMkLst>
          <pc:docMk/>
          <pc:sldMk cId="2714118549" sldId="370"/>
        </pc:sldMkLst>
      </pc:sldChg>
      <pc:sldChg chg="addSp delSp modSp add mod">
        <pc:chgData name="Emircan Tutar" userId="2ecf07fa181e1a0a" providerId="LiveId" clId="{054B95D1-5D9C-4FCE-B846-9A1770DB0C10}" dt="2025-07-25T11:08:25.948" v="865" actId="1035"/>
        <pc:sldMkLst>
          <pc:docMk/>
          <pc:sldMk cId="789811941" sldId="371"/>
        </pc:sldMkLst>
        <pc:picChg chg="add mod">
          <ac:chgData name="Emircan Tutar" userId="2ecf07fa181e1a0a" providerId="LiveId" clId="{054B95D1-5D9C-4FCE-B846-9A1770DB0C10}" dt="2025-07-25T11:08:25.948" v="865" actId="1035"/>
          <ac:picMkLst>
            <pc:docMk/>
            <pc:sldMk cId="789811941" sldId="371"/>
            <ac:picMk id="4" creationId="{163651CA-BD6D-4CDD-8259-C99EB3F4C6EA}"/>
          </ac:picMkLst>
        </pc:picChg>
        <pc:picChg chg="del">
          <ac:chgData name="Emircan Tutar" userId="2ecf07fa181e1a0a" providerId="LiveId" clId="{054B95D1-5D9C-4FCE-B846-9A1770DB0C10}" dt="2025-07-25T10:59:50.132" v="664" actId="478"/>
          <ac:picMkLst>
            <pc:docMk/>
            <pc:sldMk cId="789811941" sldId="371"/>
            <ac:picMk id="5" creationId="{93BC2212-658A-4546-9745-AA3B5F380DF4}"/>
          </ac:picMkLst>
        </pc:picChg>
      </pc:sldChg>
      <pc:sldChg chg="addSp delSp modSp add mod">
        <pc:chgData name="Emircan Tutar" userId="2ecf07fa181e1a0a" providerId="LiveId" clId="{054B95D1-5D9C-4FCE-B846-9A1770DB0C10}" dt="2025-07-25T11:08:23.155" v="858" actId="1035"/>
        <pc:sldMkLst>
          <pc:docMk/>
          <pc:sldMk cId="935564770" sldId="372"/>
        </pc:sldMkLst>
        <pc:picChg chg="del">
          <ac:chgData name="Emircan Tutar" userId="2ecf07fa181e1a0a" providerId="LiveId" clId="{054B95D1-5D9C-4FCE-B846-9A1770DB0C10}" dt="2025-07-25T11:03:35.805" v="714" actId="478"/>
          <ac:picMkLst>
            <pc:docMk/>
            <pc:sldMk cId="935564770" sldId="372"/>
            <ac:picMk id="4" creationId="{163651CA-BD6D-4CDD-8259-C99EB3F4C6EA}"/>
          </ac:picMkLst>
        </pc:picChg>
        <pc:picChg chg="add mod">
          <ac:chgData name="Emircan Tutar" userId="2ecf07fa181e1a0a" providerId="LiveId" clId="{054B95D1-5D9C-4FCE-B846-9A1770DB0C10}" dt="2025-07-25T11:08:23.155" v="858" actId="1035"/>
          <ac:picMkLst>
            <pc:docMk/>
            <pc:sldMk cId="935564770" sldId="372"/>
            <ac:picMk id="5" creationId="{D4FDDFD3-3D9F-4617-8638-9E07EBDBB6C0}"/>
          </ac:picMkLst>
        </pc:picChg>
      </pc:sldChg>
      <pc:sldChg chg="addSp delSp modSp add del mod">
        <pc:chgData name="Emircan Tutar" userId="2ecf07fa181e1a0a" providerId="LiveId" clId="{054B95D1-5D9C-4FCE-B846-9A1770DB0C10}" dt="2025-07-29T14:20:04.185" v="2366" actId="2696"/>
        <pc:sldMkLst>
          <pc:docMk/>
          <pc:sldMk cId="3656324347" sldId="373"/>
        </pc:sldMkLst>
        <pc:picChg chg="add mod">
          <ac:chgData name="Emircan Tutar" userId="2ecf07fa181e1a0a" providerId="LiveId" clId="{054B95D1-5D9C-4FCE-B846-9A1770DB0C10}" dt="2025-07-25T11:08:11.767" v="824" actId="1035"/>
          <ac:picMkLst>
            <pc:docMk/>
            <pc:sldMk cId="3656324347" sldId="373"/>
            <ac:picMk id="4" creationId="{6A4C4510-51FC-4E0C-AEBD-88D8EB034D8C}"/>
          </ac:picMkLst>
        </pc:picChg>
        <pc:picChg chg="del">
          <ac:chgData name="Emircan Tutar" userId="2ecf07fa181e1a0a" providerId="LiveId" clId="{054B95D1-5D9C-4FCE-B846-9A1770DB0C10}" dt="2025-07-25T11:05:39.180" v="725" actId="478"/>
          <ac:picMkLst>
            <pc:docMk/>
            <pc:sldMk cId="3656324347" sldId="373"/>
            <ac:picMk id="5" creationId="{D4FDDFD3-3D9F-4617-8638-9E07EBDBB6C0}"/>
          </ac:picMkLst>
        </pc:picChg>
      </pc:sldChg>
      <pc:sldChg chg="addSp delSp modSp add mod">
        <pc:chgData name="Emircan Tutar" userId="2ecf07fa181e1a0a" providerId="LiveId" clId="{054B95D1-5D9C-4FCE-B846-9A1770DB0C10}" dt="2025-07-28T12:40:21.072" v="2220" actId="1035"/>
        <pc:sldMkLst>
          <pc:docMk/>
          <pc:sldMk cId="948603372" sldId="374"/>
        </pc:sldMkLst>
        <pc:spChg chg="mod">
          <ac:chgData name="Emircan Tutar" userId="2ecf07fa181e1a0a" providerId="LiveId" clId="{054B95D1-5D9C-4FCE-B846-9A1770DB0C10}" dt="2025-07-25T11:06:43.333" v="762" actId="20577"/>
          <ac:spMkLst>
            <pc:docMk/>
            <pc:sldMk cId="948603372" sldId="374"/>
            <ac:spMk id="9" creationId="{BF8F463F-892D-4927-B8F8-E0C2CE74F019}"/>
          </ac:spMkLst>
        </pc:spChg>
        <pc:picChg chg="del">
          <ac:chgData name="Emircan Tutar" userId="2ecf07fa181e1a0a" providerId="LiveId" clId="{054B95D1-5D9C-4FCE-B846-9A1770DB0C10}" dt="2025-07-25T11:06:17.233" v="731" actId="478"/>
          <ac:picMkLst>
            <pc:docMk/>
            <pc:sldMk cId="948603372" sldId="374"/>
            <ac:picMk id="4" creationId="{6A4C4510-51FC-4E0C-AEBD-88D8EB034D8C}"/>
          </ac:picMkLst>
        </pc:picChg>
        <pc:picChg chg="add mod">
          <ac:chgData name="Emircan Tutar" userId="2ecf07fa181e1a0a" providerId="LiveId" clId="{054B95D1-5D9C-4FCE-B846-9A1770DB0C10}" dt="2025-07-28T12:40:21.072" v="2220" actId="1035"/>
          <ac:picMkLst>
            <pc:docMk/>
            <pc:sldMk cId="948603372" sldId="374"/>
            <ac:picMk id="4" creationId="{9A02BB89-A5A2-40B9-B57D-71141C509A37}"/>
          </ac:picMkLst>
        </pc:picChg>
        <pc:picChg chg="add del mod">
          <ac:chgData name="Emircan Tutar" userId="2ecf07fa181e1a0a" providerId="LiveId" clId="{054B95D1-5D9C-4FCE-B846-9A1770DB0C10}" dt="2025-07-28T12:40:11.991" v="2211" actId="478"/>
          <ac:picMkLst>
            <pc:docMk/>
            <pc:sldMk cId="948603372" sldId="374"/>
            <ac:picMk id="5" creationId="{FEC9F1CD-B9E0-4B29-9264-E4EDF1FCC0A3}"/>
          </ac:picMkLst>
        </pc:picChg>
      </pc:sldChg>
      <pc:sldChg chg="addSp delSp modSp add mod delAnim modNotesTx">
        <pc:chgData name="Emircan Tutar" userId="2ecf07fa181e1a0a" providerId="LiveId" clId="{054B95D1-5D9C-4FCE-B846-9A1770DB0C10}" dt="2025-07-28T10:53:44.924" v="1722" actId="20577"/>
        <pc:sldMkLst>
          <pc:docMk/>
          <pc:sldMk cId="4222015937" sldId="375"/>
        </pc:sldMkLst>
        <pc:spChg chg="del">
          <ac:chgData name="Emircan Tutar" userId="2ecf07fa181e1a0a" providerId="LiveId" clId="{054B95D1-5D9C-4FCE-B846-9A1770DB0C10}" dt="2025-07-28T10:49:26.131" v="1640" actId="478"/>
          <ac:spMkLst>
            <pc:docMk/>
            <pc:sldMk cId="4222015937" sldId="375"/>
            <ac:spMk id="9" creationId="{EAF52408-FAAA-471B-8ED3-C29F23C11B84}"/>
          </ac:spMkLst>
        </pc:spChg>
        <pc:spChg chg="del">
          <ac:chgData name="Emircan Tutar" userId="2ecf07fa181e1a0a" providerId="LiveId" clId="{054B95D1-5D9C-4FCE-B846-9A1770DB0C10}" dt="2025-07-28T10:49:26.131" v="1640" actId="478"/>
          <ac:spMkLst>
            <pc:docMk/>
            <pc:sldMk cId="4222015937" sldId="375"/>
            <ac:spMk id="12" creationId="{F6CDF51F-3F48-4A2E-84F0-EA89DDB3B7CE}"/>
          </ac:spMkLst>
        </pc:spChg>
        <pc:spChg chg="del">
          <ac:chgData name="Emircan Tutar" userId="2ecf07fa181e1a0a" providerId="LiveId" clId="{054B95D1-5D9C-4FCE-B846-9A1770DB0C10}" dt="2025-07-28T10:49:26.131" v="1640" actId="478"/>
          <ac:spMkLst>
            <pc:docMk/>
            <pc:sldMk cId="4222015937" sldId="375"/>
            <ac:spMk id="13" creationId="{56923A50-F694-42E4-A01F-203A846854F9}"/>
          </ac:spMkLst>
        </pc:spChg>
        <pc:spChg chg="add mod">
          <ac:chgData name="Emircan Tutar" userId="2ecf07fa181e1a0a" providerId="LiveId" clId="{054B95D1-5D9C-4FCE-B846-9A1770DB0C10}" dt="2025-07-28T10:53:33.599" v="1720" actId="20577"/>
          <ac:spMkLst>
            <pc:docMk/>
            <pc:sldMk cId="4222015937" sldId="375"/>
            <ac:spMk id="20" creationId="{F8E36DB9-CA41-4B97-AC75-C0B8258DF848}"/>
          </ac:spMkLst>
        </pc:spChg>
        <pc:spChg chg="del">
          <ac:chgData name="Emircan Tutar" userId="2ecf07fa181e1a0a" providerId="LiveId" clId="{054B95D1-5D9C-4FCE-B846-9A1770DB0C10}" dt="2025-07-28T10:49:26.131" v="1640" actId="478"/>
          <ac:spMkLst>
            <pc:docMk/>
            <pc:sldMk cId="4222015937" sldId="375"/>
            <ac:spMk id="22" creationId="{74BB1746-081D-403F-B01B-7C3203F226FB}"/>
          </ac:spMkLst>
        </pc:spChg>
        <pc:spChg chg="del">
          <ac:chgData name="Emircan Tutar" userId="2ecf07fa181e1a0a" providerId="LiveId" clId="{054B95D1-5D9C-4FCE-B846-9A1770DB0C10}" dt="2025-07-28T10:49:26.131" v="1640" actId="478"/>
          <ac:spMkLst>
            <pc:docMk/>
            <pc:sldMk cId="4222015937" sldId="375"/>
            <ac:spMk id="23" creationId="{E9F37042-219C-4890-81CE-58C277F4591C}"/>
          </ac:spMkLst>
        </pc:spChg>
        <pc:spChg chg="del">
          <ac:chgData name="Emircan Tutar" userId="2ecf07fa181e1a0a" providerId="LiveId" clId="{054B95D1-5D9C-4FCE-B846-9A1770DB0C10}" dt="2025-07-28T10:49:26.131" v="1640" actId="478"/>
          <ac:spMkLst>
            <pc:docMk/>
            <pc:sldMk cId="4222015937" sldId="375"/>
            <ac:spMk id="35" creationId="{970EB88F-7398-469B-9A94-5C7CC3C7123B}"/>
          </ac:spMkLst>
        </pc:spChg>
        <pc:spChg chg="del">
          <ac:chgData name="Emircan Tutar" userId="2ecf07fa181e1a0a" providerId="LiveId" clId="{054B95D1-5D9C-4FCE-B846-9A1770DB0C10}" dt="2025-07-28T10:49:26.131" v="1640" actId="478"/>
          <ac:spMkLst>
            <pc:docMk/>
            <pc:sldMk cId="4222015937" sldId="375"/>
            <ac:spMk id="38" creationId="{485EA6FC-9798-44B8-962A-D868392CC752}"/>
          </ac:spMkLst>
        </pc:spChg>
        <pc:spChg chg="del">
          <ac:chgData name="Emircan Tutar" userId="2ecf07fa181e1a0a" providerId="LiveId" clId="{054B95D1-5D9C-4FCE-B846-9A1770DB0C10}" dt="2025-07-28T10:49:26.131" v="1640" actId="478"/>
          <ac:spMkLst>
            <pc:docMk/>
            <pc:sldMk cId="4222015937" sldId="375"/>
            <ac:spMk id="39" creationId="{7C1CAA8F-731D-45DE-AAC4-ED2F99B1B46A}"/>
          </ac:spMkLst>
        </pc:spChg>
        <pc:spChg chg="del">
          <ac:chgData name="Emircan Tutar" userId="2ecf07fa181e1a0a" providerId="LiveId" clId="{054B95D1-5D9C-4FCE-B846-9A1770DB0C10}" dt="2025-07-28T10:49:26.131" v="1640" actId="478"/>
          <ac:spMkLst>
            <pc:docMk/>
            <pc:sldMk cId="4222015937" sldId="375"/>
            <ac:spMk id="40" creationId="{14A2C8D5-8EFC-48A8-A08C-920A73BEAB67}"/>
          </ac:spMkLst>
        </pc:spChg>
        <pc:spChg chg="mod">
          <ac:chgData name="Emircan Tutar" userId="2ecf07fa181e1a0a" providerId="LiveId" clId="{054B95D1-5D9C-4FCE-B846-9A1770DB0C10}" dt="2025-07-28T10:49:36.148" v="1642"/>
          <ac:spMkLst>
            <pc:docMk/>
            <pc:sldMk cId="4222015937" sldId="375"/>
            <ac:spMk id="145" creationId="{00000000-0000-0000-0000-000000000000}"/>
          </ac:spMkLst>
        </pc:spChg>
        <pc:cxnChg chg="del">
          <ac:chgData name="Emircan Tutar" userId="2ecf07fa181e1a0a" providerId="LiveId" clId="{054B95D1-5D9C-4FCE-B846-9A1770DB0C10}" dt="2025-07-28T10:49:26.131" v="1640" actId="478"/>
          <ac:cxnSpMkLst>
            <pc:docMk/>
            <pc:sldMk cId="4222015937" sldId="375"/>
            <ac:cxnSpMk id="17" creationId="{8BD02A30-D726-4332-8D2B-1443C478CC60}"/>
          </ac:cxnSpMkLst>
        </pc:cxnChg>
        <pc:cxnChg chg="del">
          <ac:chgData name="Emircan Tutar" userId="2ecf07fa181e1a0a" providerId="LiveId" clId="{054B95D1-5D9C-4FCE-B846-9A1770DB0C10}" dt="2025-07-28T10:49:26.131" v="1640" actId="478"/>
          <ac:cxnSpMkLst>
            <pc:docMk/>
            <pc:sldMk cId="4222015937" sldId="375"/>
            <ac:cxnSpMk id="18" creationId="{CB5E1CD3-378B-46DA-9C12-5E8E432BEE44}"/>
          </ac:cxnSpMkLst>
        </pc:cxnChg>
        <pc:cxnChg chg="del">
          <ac:chgData name="Emircan Tutar" userId="2ecf07fa181e1a0a" providerId="LiveId" clId="{054B95D1-5D9C-4FCE-B846-9A1770DB0C10}" dt="2025-07-28T10:49:26.131" v="1640" actId="478"/>
          <ac:cxnSpMkLst>
            <pc:docMk/>
            <pc:sldMk cId="4222015937" sldId="375"/>
            <ac:cxnSpMk id="19" creationId="{D41368B0-DAE4-4805-8C8B-A3BB89F21B51}"/>
          </ac:cxnSpMkLst>
        </pc:cxnChg>
        <pc:cxnChg chg="del">
          <ac:chgData name="Emircan Tutar" userId="2ecf07fa181e1a0a" providerId="LiveId" clId="{054B95D1-5D9C-4FCE-B846-9A1770DB0C10}" dt="2025-07-28T10:49:26.131" v="1640" actId="478"/>
          <ac:cxnSpMkLst>
            <pc:docMk/>
            <pc:sldMk cId="4222015937" sldId="375"/>
            <ac:cxnSpMk id="21" creationId="{11BA9711-1A72-42AE-B963-9AB43E093010}"/>
          </ac:cxnSpMkLst>
        </pc:cxnChg>
      </pc:sldChg>
      <pc:sldChg chg="addSp delSp modSp add mod modNotesTx">
        <pc:chgData name="Emircan Tutar" userId="2ecf07fa181e1a0a" providerId="LiveId" clId="{054B95D1-5D9C-4FCE-B846-9A1770DB0C10}" dt="2025-07-28T11:23:27.173" v="2060" actId="20577"/>
        <pc:sldMkLst>
          <pc:docMk/>
          <pc:sldMk cId="2632963416" sldId="376"/>
        </pc:sldMkLst>
        <pc:spChg chg="add del">
          <ac:chgData name="Emircan Tutar" userId="2ecf07fa181e1a0a" providerId="LiveId" clId="{054B95D1-5D9C-4FCE-B846-9A1770DB0C10}" dt="2025-07-28T10:55:17.775" v="1731"/>
          <ac:spMkLst>
            <pc:docMk/>
            <pc:sldMk cId="2632963416" sldId="376"/>
            <ac:spMk id="3" creationId="{DC5F0EAD-41F8-4280-A8EE-BAC5E8E91989}"/>
          </ac:spMkLst>
        </pc:spChg>
        <pc:spChg chg="add del">
          <ac:chgData name="Emircan Tutar" userId="2ecf07fa181e1a0a" providerId="LiveId" clId="{054B95D1-5D9C-4FCE-B846-9A1770DB0C10}" dt="2025-07-28T10:55:25.659" v="1734"/>
          <ac:spMkLst>
            <pc:docMk/>
            <pc:sldMk cId="2632963416" sldId="376"/>
            <ac:spMk id="4" creationId="{6E0CAB28-9029-48A5-A041-8DE3F679FDED}"/>
          </ac:spMkLst>
        </pc:spChg>
        <pc:spChg chg="add del mod">
          <ac:chgData name="Emircan Tutar" userId="2ecf07fa181e1a0a" providerId="LiveId" clId="{054B95D1-5D9C-4FCE-B846-9A1770DB0C10}" dt="2025-07-28T10:55:35.039" v="1740"/>
          <ac:spMkLst>
            <pc:docMk/>
            <pc:sldMk cId="2632963416" sldId="376"/>
            <ac:spMk id="5" creationId="{07F45669-621F-4099-95E4-5F41163BEB89}"/>
          </ac:spMkLst>
        </pc:spChg>
        <pc:spChg chg="add del mod">
          <ac:chgData name="Emircan Tutar" userId="2ecf07fa181e1a0a" providerId="LiveId" clId="{054B95D1-5D9C-4FCE-B846-9A1770DB0C10}" dt="2025-07-28T11:23:27.173" v="2060" actId="20577"/>
          <ac:spMkLst>
            <pc:docMk/>
            <pc:sldMk cId="2632963416" sldId="376"/>
            <ac:spMk id="20" creationId="{F8E36DB9-CA41-4B97-AC75-C0B8258DF848}"/>
          </ac:spMkLst>
        </pc:spChg>
        <pc:spChg chg="mod">
          <ac:chgData name="Emircan Tutar" userId="2ecf07fa181e1a0a" providerId="LiveId" clId="{054B95D1-5D9C-4FCE-B846-9A1770DB0C10}" dt="2025-07-28T10:54:20.439" v="1729"/>
          <ac:spMkLst>
            <pc:docMk/>
            <pc:sldMk cId="2632963416" sldId="376"/>
            <ac:spMk id="145" creationId="{00000000-0000-0000-0000-000000000000}"/>
          </ac:spMkLst>
        </pc:spChg>
      </pc:sldChg>
      <pc:sldChg chg="addSp delSp modSp add mod">
        <pc:chgData name="Emircan Tutar" userId="2ecf07fa181e1a0a" providerId="LiveId" clId="{054B95D1-5D9C-4FCE-B846-9A1770DB0C10}" dt="2025-07-28T11:17:21.581" v="1945" actId="20577"/>
        <pc:sldMkLst>
          <pc:docMk/>
          <pc:sldMk cId="3486882384" sldId="377"/>
        </pc:sldMkLst>
        <pc:spChg chg="add del">
          <ac:chgData name="Emircan Tutar" userId="2ecf07fa181e1a0a" providerId="LiveId" clId="{054B95D1-5D9C-4FCE-B846-9A1770DB0C10}" dt="2025-07-28T11:10:56.279" v="1925" actId="22"/>
          <ac:spMkLst>
            <pc:docMk/>
            <pc:sldMk cId="3486882384" sldId="377"/>
            <ac:spMk id="9" creationId="{7C29F5E9-C929-4FEC-8C2B-B273FBC27BF6}"/>
          </ac:spMkLst>
        </pc:spChg>
        <pc:graphicFrameChg chg="add del mod modGraphic">
          <ac:chgData name="Emircan Tutar" userId="2ecf07fa181e1a0a" providerId="LiveId" clId="{054B95D1-5D9C-4FCE-B846-9A1770DB0C10}" dt="2025-07-28T11:12:28.402" v="1928" actId="478"/>
          <ac:graphicFrameMkLst>
            <pc:docMk/>
            <pc:sldMk cId="3486882384" sldId="377"/>
            <ac:graphicFrameMk id="3" creationId="{022D3127-34FF-4984-B7D1-94B42A6976FA}"/>
          </ac:graphicFrameMkLst>
        </pc:graphicFrameChg>
        <pc:graphicFrameChg chg="add mod modGraphic">
          <ac:chgData name="Emircan Tutar" userId="2ecf07fa181e1a0a" providerId="LiveId" clId="{054B95D1-5D9C-4FCE-B846-9A1770DB0C10}" dt="2025-07-28T11:17:21.581" v="1945" actId="20577"/>
          <ac:graphicFrameMkLst>
            <pc:docMk/>
            <pc:sldMk cId="3486882384" sldId="377"/>
            <ac:graphicFrameMk id="6" creationId="{70E5F5FA-6267-4EFB-AC56-5BAA02314A30}"/>
          </ac:graphicFrameMkLst>
        </pc:graphicFrameChg>
        <pc:graphicFrameChg chg="add del mod">
          <ac:chgData name="Emircan Tutar" userId="2ecf07fa181e1a0a" providerId="LiveId" clId="{054B95D1-5D9C-4FCE-B846-9A1770DB0C10}" dt="2025-07-28T11:16:41.869" v="1936" actId="478"/>
          <ac:graphicFrameMkLst>
            <pc:docMk/>
            <pc:sldMk cId="3486882384" sldId="377"/>
            <ac:graphicFrameMk id="12" creationId="{7875C622-DA14-46CE-8CD7-86869507D69F}"/>
          </ac:graphicFrameMkLst>
        </pc:graphicFrameChg>
        <pc:picChg chg="del">
          <ac:chgData name="Emircan Tutar" userId="2ecf07fa181e1a0a" providerId="LiveId" clId="{054B95D1-5D9C-4FCE-B846-9A1770DB0C10}" dt="2025-07-28T11:10:37.080" v="1921" actId="478"/>
          <ac:picMkLst>
            <pc:docMk/>
            <pc:sldMk cId="3486882384" sldId="377"/>
            <ac:picMk id="4" creationId="{B8E996CB-9355-4783-8220-F2C7CF622BF2}"/>
          </ac:picMkLst>
        </pc:picChg>
        <pc:picChg chg="add mod">
          <ac:chgData name="Emircan Tutar" userId="2ecf07fa181e1a0a" providerId="LiveId" clId="{054B95D1-5D9C-4FCE-B846-9A1770DB0C10}" dt="2025-07-28T11:12:40.978" v="1932"/>
          <ac:picMkLst>
            <pc:docMk/>
            <pc:sldMk cId="3486882384" sldId="377"/>
            <ac:picMk id="10" creationId="{4DD444B4-27C1-44D9-B804-8A2FF063432F}"/>
          </ac:picMkLst>
        </pc:picChg>
        <pc:picChg chg="add del mod">
          <ac:chgData name="Emircan Tutar" userId="2ecf07fa181e1a0a" providerId="LiveId" clId="{054B95D1-5D9C-4FCE-B846-9A1770DB0C10}" dt="2025-07-28T11:13:39.517" v="1934" actId="478"/>
          <ac:picMkLst>
            <pc:docMk/>
            <pc:sldMk cId="3486882384" sldId="377"/>
            <ac:picMk id="11" creationId="{4DD444B4-27C1-44D9-B804-8A2FF063432F}"/>
          </ac:picMkLst>
        </pc:picChg>
      </pc:sldChg>
      <pc:sldChg chg="new del">
        <pc:chgData name="Emircan Tutar" userId="2ecf07fa181e1a0a" providerId="LiveId" clId="{054B95D1-5D9C-4FCE-B846-9A1770DB0C10}" dt="2025-07-28T12:30:47.924" v="2085" actId="680"/>
        <pc:sldMkLst>
          <pc:docMk/>
          <pc:sldMk cId="240602627" sldId="378"/>
        </pc:sldMkLst>
      </pc:sldChg>
      <pc:sldChg chg="modSp add del mod">
        <pc:chgData name="Emircan Tutar" userId="2ecf07fa181e1a0a" providerId="LiveId" clId="{054B95D1-5D9C-4FCE-B846-9A1770DB0C10}" dt="2025-07-28T12:34:38.236" v="2170" actId="2696"/>
        <pc:sldMkLst>
          <pc:docMk/>
          <pc:sldMk cId="2434025900" sldId="378"/>
        </pc:sldMkLst>
        <pc:spChg chg="mod">
          <ac:chgData name="Emircan Tutar" userId="2ecf07fa181e1a0a" providerId="LiveId" clId="{054B95D1-5D9C-4FCE-B846-9A1770DB0C10}" dt="2025-07-28T12:31:03.795" v="2102" actId="20577"/>
          <ac:spMkLst>
            <pc:docMk/>
            <pc:sldMk cId="2434025900" sldId="378"/>
            <ac:spMk id="145" creationId="{00000000-0000-0000-0000-000000000000}"/>
          </ac:spMkLst>
        </pc:spChg>
        <pc:spChg chg="mod">
          <ac:chgData name="Emircan Tutar" userId="2ecf07fa181e1a0a" providerId="LiveId" clId="{054B95D1-5D9C-4FCE-B846-9A1770DB0C10}" dt="2025-07-28T12:34:20.802" v="2169"/>
          <ac:spMkLst>
            <pc:docMk/>
            <pc:sldMk cId="2434025900" sldId="378"/>
            <ac:spMk id="146" creationId="{00000000-0000-0000-0000-000000000000}"/>
          </ac:spMkLst>
        </pc:spChg>
      </pc:sldChg>
      <pc:sldChg chg="modSp add mod">
        <pc:chgData name="Emircan Tutar" userId="2ecf07fa181e1a0a" providerId="LiveId" clId="{054B95D1-5D9C-4FCE-B846-9A1770DB0C10}" dt="2025-07-28T12:36:30.528" v="2200"/>
        <pc:sldMkLst>
          <pc:docMk/>
          <pc:sldMk cId="3019578372" sldId="378"/>
        </pc:sldMkLst>
        <pc:spChg chg="mod">
          <ac:chgData name="Emircan Tutar" userId="2ecf07fa181e1a0a" providerId="LiveId" clId="{054B95D1-5D9C-4FCE-B846-9A1770DB0C10}" dt="2025-07-28T12:35:27.393" v="2189" actId="20577"/>
          <ac:spMkLst>
            <pc:docMk/>
            <pc:sldMk cId="3019578372" sldId="378"/>
            <ac:spMk id="145" creationId="{00000000-0000-0000-0000-000000000000}"/>
          </ac:spMkLst>
        </pc:spChg>
        <pc:spChg chg="mod">
          <ac:chgData name="Emircan Tutar" userId="2ecf07fa181e1a0a" providerId="LiveId" clId="{054B95D1-5D9C-4FCE-B846-9A1770DB0C10}" dt="2025-07-28T12:36:30.528" v="2200"/>
          <ac:spMkLst>
            <pc:docMk/>
            <pc:sldMk cId="3019578372" sldId="378"/>
            <ac:spMk id="146" creationId="{00000000-0000-0000-0000-000000000000}"/>
          </ac:spMkLst>
        </pc:spChg>
      </pc:sldChg>
      <pc:sldChg chg="modSp add del mod">
        <pc:chgData name="Emircan Tutar" userId="2ecf07fa181e1a0a" providerId="LiveId" clId="{054B95D1-5D9C-4FCE-B846-9A1770DB0C10}" dt="2025-07-28T12:35:29.832" v="2190" actId="47"/>
        <pc:sldMkLst>
          <pc:docMk/>
          <pc:sldMk cId="3703957652" sldId="379"/>
        </pc:sldMkLst>
        <pc:spChg chg="mod">
          <ac:chgData name="Emircan Tutar" userId="2ecf07fa181e1a0a" providerId="LiveId" clId="{054B95D1-5D9C-4FCE-B846-9A1770DB0C10}" dt="2025-07-28T12:32:32.317" v="2118" actId="20577"/>
          <ac:spMkLst>
            <pc:docMk/>
            <pc:sldMk cId="3703957652" sldId="379"/>
            <ac:spMk id="145" creationId="{00000000-0000-0000-0000-000000000000}"/>
          </ac:spMkLst>
        </pc:spChg>
        <pc:spChg chg="mod">
          <ac:chgData name="Emircan Tutar" userId="2ecf07fa181e1a0a" providerId="LiveId" clId="{054B95D1-5D9C-4FCE-B846-9A1770DB0C10}" dt="2025-07-28T12:35:12.614" v="2183" actId="21"/>
          <ac:spMkLst>
            <pc:docMk/>
            <pc:sldMk cId="3703957652" sldId="379"/>
            <ac:spMk id="14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BA572-8CEA-6843-9D3D-725D31E7C214}" type="datetimeFigureOut">
              <a:rPr lang="de-DE" smtClean="0"/>
              <a:t>29.07.2025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95FA31-16AA-8C47-8738-8EA4110A06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9924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4811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1-Einführung &amp; Motivation</a:t>
            </a:r>
            <a:br>
              <a:rPr lang="de-DE" dirty="0"/>
            </a:br>
            <a:r>
              <a:rPr lang="de-DE" i="1" dirty="0"/>
              <a:t>(Motivation, Zielsetzung, wissenschaftliche Fragestellung)</a:t>
            </a:r>
            <a:endParaRPr lang="de-DE" dirty="0"/>
          </a:p>
          <a:p>
            <a:endParaRPr lang="de-DE" b="1" dirty="0"/>
          </a:p>
          <a:p>
            <a:r>
              <a:rPr lang="de-DE" b="1" dirty="0"/>
              <a:t>2- Grundlagen &amp; Herausforderungen</a:t>
            </a:r>
            <a:br>
              <a:rPr lang="de-DE" dirty="0"/>
            </a:br>
            <a:r>
              <a:rPr lang="de-DE" i="1" dirty="0"/>
              <a:t>(IPC Middleware, </a:t>
            </a:r>
            <a:r>
              <a:rPr lang="de-DE" i="1" dirty="0" err="1"/>
              <a:t>eCAL</a:t>
            </a:r>
            <a:r>
              <a:rPr lang="de-DE" i="1" dirty="0"/>
              <a:t>, typische Testprobleme)</a:t>
            </a:r>
            <a:endParaRPr lang="de-DE" dirty="0"/>
          </a:p>
          <a:p>
            <a:endParaRPr lang="de-DE" b="1" dirty="0"/>
          </a:p>
          <a:p>
            <a:r>
              <a:rPr lang="de-DE" b="1" dirty="0"/>
              <a:t>3-Testanforderungen &amp; Werkzeuge</a:t>
            </a:r>
            <a:br>
              <a:rPr lang="de-DE" dirty="0"/>
            </a:br>
            <a:r>
              <a:rPr lang="de-DE" i="1" dirty="0"/>
              <a:t>(Funktional/Nicht-Funktional, Tool-Evaluation)</a:t>
            </a:r>
            <a:endParaRPr lang="de-DE" dirty="0"/>
          </a:p>
          <a:p>
            <a:endParaRPr lang="de-DE" b="1" dirty="0"/>
          </a:p>
          <a:p>
            <a:r>
              <a:rPr lang="de-DE" b="1" dirty="0"/>
              <a:t>4-Testkonzept &amp; Umsetzung</a:t>
            </a:r>
            <a:br>
              <a:rPr lang="de-DE" dirty="0"/>
            </a:br>
            <a:r>
              <a:rPr lang="de-DE" i="1" dirty="0"/>
              <a:t>(Testarchitektur, Docker, Robot Framework, CI/CD)</a:t>
            </a:r>
            <a:endParaRPr lang="de-DE" dirty="0"/>
          </a:p>
          <a:p>
            <a:endParaRPr lang="de-DE" b="1" dirty="0"/>
          </a:p>
          <a:p>
            <a:r>
              <a:rPr lang="de-DE" b="1" dirty="0"/>
              <a:t>5-Testszenarien &amp; Ergebnisse</a:t>
            </a:r>
            <a:br>
              <a:rPr lang="de-DE" dirty="0"/>
            </a:br>
            <a:r>
              <a:rPr lang="de-DE" i="1" dirty="0"/>
              <a:t>(Beispiele, Auswertungen, Visualisierung)</a:t>
            </a:r>
            <a:endParaRPr lang="de-DE" dirty="0"/>
          </a:p>
          <a:p>
            <a:endParaRPr lang="de-DE" b="1" dirty="0"/>
          </a:p>
          <a:p>
            <a:r>
              <a:rPr lang="de-DE" b="1" dirty="0"/>
              <a:t>6-Fazit &amp; Ausblick</a:t>
            </a:r>
            <a:br>
              <a:rPr lang="de-DE" dirty="0"/>
            </a:br>
            <a:r>
              <a:rPr lang="de-DE" i="1" dirty="0"/>
              <a:t>(Zusammenfassung, Stärken/Schwächen, Erweiterungspotenzial)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6772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sz="1400" b="1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Semi Condensed" pitchFamily="2" charset="77"/>
                <a:ea typeface="+mn-ea"/>
                <a:cs typeface="Arial" panose="020B0604020202020204" pitchFamily="34" charset="0"/>
              </a:rPr>
              <a:t>Motivation:</a:t>
            </a:r>
            <a:endParaRPr kumimoji="0" lang="de-DE" sz="1400" b="0" i="0" u="none" strike="noStrike" kern="1200" cap="none" spc="1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 Semi Condensed" pitchFamily="2" charset="77"/>
              <a:ea typeface="+mn-ea"/>
              <a:cs typeface="Arial" panose="020B0604020202020204" pitchFamily="34" charset="0"/>
            </a:endParaRPr>
          </a:p>
          <a:p>
            <a:pPr marL="288000" marR="0" lvl="1" indent="-144000" algn="l" defTabSz="685800" rtl="0" eaLnBrk="1" fontAlgn="auto" latinLnBrk="0" hangingPunct="1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Semi Condensed" pitchFamily="2" charset="77"/>
                <a:ea typeface="+mn-ea"/>
                <a:cs typeface="Arial" panose="020B0604020202020204" pitchFamily="34" charset="0"/>
              </a:rPr>
              <a:t>Moderne Systeme wie Fahrzeuge, Roboter und Industrieanlagen bestehen aus verteilten Komponenten.</a:t>
            </a:r>
          </a:p>
          <a:p>
            <a:pPr marL="288000" marR="0" lvl="1" indent="-144000" algn="l" defTabSz="685800" rtl="0" eaLnBrk="1" fontAlgn="auto" latinLnBrk="0" hangingPunct="1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Semi Condensed" pitchFamily="2" charset="77"/>
                <a:ea typeface="+mn-ea"/>
                <a:cs typeface="Arial" panose="020B0604020202020204" pitchFamily="34" charset="0"/>
              </a:rPr>
              <a:t>Diese müssen zuverlässig miteinander kommunizieren – oft über eine Middleware.</a:t>
            </a:r>
          </a:p>
          <a:p>
            <a:pPr marL="288000" marR="0" lvl="1" indent="-144000" algn="l" defTabSz="685800" rtl="0" eaLnBrk="1" fontAlgn="auto" latinLnBrk="0" hangingPunct="1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Semi Condensed" pitchFamily="2" charset="77"/>
                <a:ea typeface="+mn-ea"/>
                <a:cs typeface="Arial" panose="020B0604020202020204" pitchFamily="34" charset="0"/>
              </a:rPr>
              <a:t>Fehler in der Kommunikation können zu gefährlichem Fehlverhalten führen.</a:t>
            </a:r>
          </a:p>
          <a:p>
            <a:pPr marL="288000" marR="0" lvl="1" indent="-144000" algn="l" defTabSz="685800" rtl="0" eaLnBrk="1" fontAlgn="auto" latinLnBrk="0" hangingPunct="1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de-DE" sz="1400" b="0" i="0" u="none" strike="noStrike" kern="1200" cap="none" spc="1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 Semi Condensed" pitchFamily="2" charset="77"/>
              <a:ea typeface="+mn-ea"/>
              <a:cs typeface="Arial" panose="020B060402020202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sz="1400" b="1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Semi Condensed" pitchFamily="2" charset="77"/>
                <a:ea typeface="+mn-ea"/>
                <a:cs typeface="Arial" panose="020B0604020202020204" pitchFamily="34" charset="0"/>
              </a:rPr>
              <a:t>Zielsetzung:</a:t>
            </a:r>
            <a:endParaRPr kumimoji="0" lang="de-DE" sz="1400" b="0" i="0" u="none" strike="noStrike" kern="1200" cap="none" spc="1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 Semi Condensed" pitchFamily="2" charset="77"/>
              <a:ea typeface="+mn-ea"/>
              <a:cs typeface="Arial" panose="020B0604020202020204" pitchFamily="34" charset="0"/>
            </a:endParaRPr>
          </a:p>
          <a:p>
            <a:pPr marL="288000" marR="0" lvl="1" indent="-144000" algn="l" defTabSz="685800" rtl="0" eaLnBrk="1" fontAlgn="auto" latinLnBrk="0" hangingPunct="1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Semi Condensed" pitchFamily="2" charset="77"/>
                <a:ea typeface="+mn-ea"/>
                <a:cs typeface="Arial" panose="020B0604020202020204" pitchFamily="34" charset="0"/>
              </a:rPr>
              <a:t>Entwicklung eines wiederverwendbaren, automatisierbaren Testkonzepts für Middleware-Kommunikation.</a:t>
            </a:r>
          </a:p>
          <a:p>
            <a:pPr marL="288000" marR="0" lvl="1" indent="-144000" algn="l" defTabSz="685800" rtl="0" eaLnBrk="1" fontAlgn="auto" latinLnBrk="0" hangingPunct="1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Semi Condensed" pitchFamily="2" charset="77"/>
                <a:ea typeface="+mn-ea"/>
                <a:cs typeface="Arial" panose="020B0604020202020204" pitchFamily="34" charset="0"/>
              </a:rPr>
              <a:t>Fokus: Integrationstests für IPC Middleware: Beispiel </a:t>
            </a:r>
            <a:r>
              <a:rPr kumimoji="0" lang="de-DE" sz="1400" b="1" i="0" u="none" strike="noStrike" kern="1200" cap="none" spc="1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Semi Condensed" pitchFamily="2" charset="77"/>
                <a:ea typeface="+mn-ea"/>
                <a:cs typeface="Arial" panose="020B0604020202020204" pitchFamily="34" charset="0"/>
              </a:rPr>
              <a:t>eCAL</a:t>
            </a:r>
            <a:r>
              <a:rPr kumimoji="0" lang="de-DE" sz="14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Semi Condensed" pitchFamily="2" charset="77"/>
                <a:ea typeface="+mn-ea"/>
                <a:cs typeface="Arial" panose="020B0604020202020204" pitchFamily="34" charset="0"/>
              </a:rPr>
              <a:t>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5341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IPC, ECAL, Testgrundlagen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8301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8000" marR="0" lvl="1" indent="-144000" algn="l" defTabSz="685800" rtl="0" eaLnBrk="1" fontAlgn="auto" latinLnBrk="0" hangingPunct="1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de-DE" sz="1400" b="0" i="0" u="none" strike="noStrike" kern="1200" cap="none" spc="1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 Semi Condensed" pitchFamily="2" charset="77"/>
              <a:ea typeface="+mn-ea"/>
              <a:cs typeface="Arial" panose="020B060402020202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sz="1400" b="1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Semi Condensed" pitchFamily="2" charset="77"/>
                <a:ea typeface="+mn-ea"/>
                <a:cs typeface="Arial" panose="020B0604020202020204" pitchFamily="34" charset="0"/>
              </a:rPr>
              <a:t>Was ist IPC Middleware?</a:t>
            </a:r>
            <a:endParaRPr kumimoji="0" lang="de-DE" sz="1400" b="0" i="0" u="none" strike="noStrike" kern="1200" cap="none" spc="1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 Semi Condensed" pitchFamily="2" charset="77"/>
              <a:ea typeface="+mn-ea"/>
              <a:cs typeface="Arial" panose="020B0604020202020204" pitchFamily="34" charset="0"/>
            </a:endParaRPr>
          </a:p>
          <a:p>
            <a:pPr marL="288000" marR="0" lvl="1" indent="-144000" algn="l" defTabSz="685800" rtl="0" eaLnBrk="1" fontAlgn="auto" latinLnBrk="0" hangingPunct="1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Semi Condensed" pitchFamily="2" charset="77"/>
                <a:ea typeface="+mn-ea"/>
                <a:cs typeface="Arial" panose="020B0604020202020204" pitchFamily="34" charset="0"/>
              </a:rPr>
              <a:t>Vermittelt Nachrichten zwischen Prozessen – lokal oder über das Netzwerk.</a:t>
            </a:r>
          </a:p>
          <a:p>
            <a:pPr marL="288000" marR="0" lvl="1" indent="-144000" algn="l" defTabSz="685800" rtl="0" eaLnBrk="1" fontAlgn="auto" latinLnBrk="0" hangingPunct="1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de-DE" sz="1400" b="0" i="0" u="none" strike="noStrike" kern="1200" cap="none" spc="1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 Semi Condensed" pitchFamily="2" charset="77"/>
              <a:ea typeface="+mn-ea"/>
              <a:cs typeface="Arial" panose="020B0604020202020204" pitchFamily="34" charset="0"/>
            </a:endParaRPr>
          </a:p>
          <a:p>
            <a:pPr marL="288000" marR="0" lvl="1" indent="-144000" algn="l" defTabSz="685800" rtl="0" eaLnBrk="1" fontAlgn="auto" latinLnBrk="0" hangingPunct="1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Semi Condensed" pitchFamily="2" charset="77"/>
                <a:ea typeface="+mn-ea"/>
                <a:cs typeface="Arial" panose="020B0604020202020204" pitchFamily="34" charset="0"/>
              </a:rPr>
              <a:t>Beispiele: </a:t>
            </a:r>
            <a:r>
              <a:rPr kumimoji="0" lang="de-DE" sz="1400" b="1" i="0" u="none" strike="noStrike" kern="1200" cap="none" spc="1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Semi Condensed" pitchFamily="2" charset="77"/>
                <a:ea typeface="+mn-ea"/>
                <a:cs typeface="Arial" panose="020B0604020202020204" pitchFamily="34" charset="0"/>
              </a:rPr>
              <a:t>eCAL</a:t>
            </a:r>
            <a:r>
              <a:rPr kumimoji="0" lang="de-DE" sz="14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Semi Condensed" pitchFamily="2" charset="77"/>
                <a:ea typeface="+mn-ea"/>
                <a:cs typeface="Arial" panose="020B0604020202020204" pitchFamily="34" charset="0"/>
              </a:rPr>
              <a:t>, </a:t>
            </a:r>
            <a:r>
              <a:rPr kumimoji="0" lang="de-DE" sz="1400" b="1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Semi Condensed" pitchFamily="2" charset="77"/>
                <a:ea typeface="+mn-ea"/>
                <a:cs typeface="Arial" panose="020B0604020202020204" pitchFamily="34" charset="0"/>
              </a:rPr>
              <a:t>ROS</a:t>
            </a:r>
            <a:r>
              <a:rPr kumimoji="0" lang="de-DE" sz="14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Semi Condensed" pitchFamily="2" charset="77"/>
                <a:ea typeface="+mn-ea"/>
                <a:cs typeface="Arial" panose="020B0604020202020204" pitchFamily="34" charset="0"/>
              </a:rPr>
              <a:t>, </a:t>
            </a:r>
            <a:r>
              <a:rPr kumimoji="0" lang="de-DE" sz="1400" b="1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Semi Condensed" pitchFamily="2" charset="77"/>
                <a:ea typeface="+mn-ea"/>
                <a:cs typeface="Arial" panose="020B0604020202020204" pitchFamily="34" charset="0"/>
              </a:rPr>
              <a:t>DDS</a:t>
            </a:r>
            <a:r>
              <a:rPr kumimoji="0" lang="de-DE" sz="14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Semi Condensed" pitchFamily="2" charset="77"/>
                <a:ea typeface="+mn-ea"/>
                <a:cs typeface="Arial" panose="020B0604020202020204" pitchFamily="34" charset="0"/>
              </a:rPr>
              <a:t>.</a:t>
            </a:r>
          </a:p>
          <a:p>
            <a:pPr marL="144000" marR="0" lvl="1" indent="0" algn="l" defTabSz="685800" rtl="0" eaLnBrk="1" fontAlgn="auto" latinLnBrk="0" hangingPunct="1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de-DE" sz="1400" b="0" i="0" u="none" strike="noStrike" kern="1200" cap="none" spc="1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 Semi Condensed" pitchFamily="2" charset="77"/>
              <a:ea typeface="+mn-ea"/>
              <a:cs typeface="Arial" panose="020B0604020202020204" pitchFamily="34" charset="0"/>
            </a:endParaRPr>
          </a:p>
          <a:p>
            <a:pPr marL="288000" marR="0" lvl="1" indent="-144000" algn="l" defTabSz="685800" rtl="0" eaLnBrk="1" fontAlgn="auto" latinLnBrk="0" hangingPunct="1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Stellt Funktionen bereit wie: </a:t>
            </a:r>
          </a:p>
          <a:p>
            <a:pPr marL="745200" marR="0" lvl="2" indent="-144000" algn="l" defTabSz="685800" rtl="0" eaLnBrk="1" fontAlgn="auto" latinLnBrk="0" hangingPunct="1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de-DE" sz="1400" b="0" i="0" u="none" strike="noStrike" kern="1200" cap="none" spc="1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 Semi Condensed" pitchFamily="2" charset="77"/>
              <a:ea typeface="+mn-ea"/>
              <a:cs typeface="Arial" panose="020B0604020202020204" pitchFamily="34" charset="0"/>
            </a:endParaRPr>
          </a:p>
          <a:p>
            <a:pPr lvl="1"/>
            <a:r>
              <a:rPr lang="de-DE" sz="2000" b="1" dirty="0"/>
              <a:t>Nachrichtentransport</a:t>
            </a:r>
            <a:r>
              <a:rPr lang="de-DE" sz="2000" dirty="0"/>
              <a:t> bedeutet: Die Middleware kümmert sich darum, dass Daten zuverlässig von A nach B gesendet werden – unabhängig vom Transportprotokoll.</a:t>
            </a:r>
          </a:p>
          <a:p>
            <a:pPr lvl="1"/>
            <a:endParaRPr lang="de-DE" sz="2000" b="1" dirty="0"/>
          </a:p>
          <a:p>
            <a:pPr lvl="1"/>
            <a:r>
              <a:rPr lang="de-DE" sz="2000" b="1" dirty="0"/>
              <a:t>Routing</a:t>
            </a:r>
            <a:r>
              <a:rPr lang="de-DE" sz="2000" dirty="0"/>
              <a:t> sorgt dafür, dass Nachrichten automatisch an die richtigen Empfänger verteilt werden – z. B. auch an mehrere gleichzeitig.</a:t>
            </a:r>
          </a:p>
          <a:p>
            <a:pPr lvl="1"/>
            <a:endParaRPr lang="de-DE" sz="2000" b="1" dirty="0"/>
          </a:p>
          <a:p>
            <a:pPr lvl="1"/>
            <a:r>
              <a:rPr lang="de-DE" sz="2000" b="1" dirty="0"/>
              <a:t>Timing</a:t>
            </a:r>
            <a:r>
              <a:rPr lang="de-DE" sz="2000" dirty="0"/>
              <a:t> umfasst die Koordination von Sende- und Empfangszeitpunkten, oft auch inklusive Zeitsynchronisation.</a:t>
            </a:r>
          </a:p>
          <a:p>
            <a:pPr lvl="1"/>
            <a:endParaRPr lang="de-DE" sz="2000" b="1" dirty="0"/>
          </a:p>
          <a:p>
            <a:pPr lvl="1"/>
            <a:r>
              <a:rPr lang="de-DE" sz="2000" b="1" dirty="0"/>
              <a:t>Discovery</a:t>
            </a:r>
            <a:r>
              <a:rPr lang="de-DE" sz="2000" dirty="0"/>
              <a:t> ist der Mechanismus, mit dem sich Publisher und Subscriber im Netzwerk automatisch finden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4018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In modernen Fahrzeugen kommunizieren viele Komponenten miteinander: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Sensoren (z. B. Radar, Kamera, Lidar)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Steuergeräte (z. B. Bremse, Spurassistent)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Diese Kommunikation erfolgt nicht direkt – sie läuft über eine 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Middleware-Schicht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z. B. </a:t>
            </a:r>
            <a:r>
              <a:rPr kumimoji="0" lang="de-DE" altLang="de-DE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eCAL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ROS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DDS</a:t>
            </a:r>
            <a:endParaRPr kumimoji="0" lang="de-DE" altLang="de-D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Die Middleware übernimmt: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Datenübertragung zwischen Prozessen</a:t>
            </a:r>
            <a:endParaRPr kumimoji="0" lang="de-DE" altLang="de-D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Verteilung der Sensordaten an mehrere Empfänger</a:t>
            </a:r>
            <a:endParaRPr kumimoji="0" lang="de-DE" altLang="de-D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Synchronisierung und zeitliches Verhalten</a:t>
            </a:r>
            <a:endParaRPr kumimoji="0" lang="de-DE" altLang="de-D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3.Problem: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Fehler in der Middleware können zu Datenverlust, Verzögerungen oder Fehlverhalten führen</a:t>
            </a:r>
            <a:b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Gefährlich in sicherheitskritischen Systemen</a:t>
            </a:r>
            <a:endParaRPr kumimoji="0" lang="de-DE" altLang="de-D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Deshalb: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Middleware muss 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gezielt getestet werden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nicht nur die Sensor- oder Steuergeräte-Software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7273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8000" lvl="2" indent="0">
              <a:buNone/>
            </a:pPr>
            <a:r>
              <a:rPr lang="de-DE" sz="1400" b="1" spc="4" dirty="0" err="1">
                <a:solidFill>
                  <a:srgbClr val="000000"/>
                </a:solidFill>
                <a:latin typeface="+mn-lt"/>
              </a:rPr>
              <a:t>eCAL</a:t>
            </a:r>
            <a:r>
              <a:rPr lang="de-DE" sz="1400" b="1" spc="4" dirty="0">
                <a:solidFill>
                  <a:srgbClr val="000000"/>
                </a:solidFill>
                <a:latin typeface="+mn-lt"/>
              </a:rPr>
              <a:t> (</a:t>
            </a:r>
            <a:r>
              <a:rPr lang="de-DE" sz="1400" b="1" spc="4" dirty="0" err="1">
                <a:solidFill>
                  <a:srgbClr val="000000"/>
                </a:solidFill>
                <a:latin typeface="+mn-lt"/>
              </a:rPr>
              <a:t>enhanced</a:t>
            </a:r>
            <a:r>
              <a:rPr lang="de-DE" sz="1400" b="1" spc="4" dirty="0">
                <a:solidFill>
                  <a:srgbClr val="000000"/>
                </a:solidFill>
                <a:latin typeface="+mn-lt"/>
              </a:rPr>
              <a:t> Communication </a:t>
            </a:r>
            <a:r>
              <a:rPr lang="de-DE" sz="1400" b="1" spc="4" dirty="0" err="1">
                <a:solidFill>
                  <a:srgbClr val="000000"/>
                </a:solidFill>
                <a:latin typeface="+mn-lt"/>
              </a:rPr>
              <a:t>Abstraction</a:t>
            </a:r>
            <a:r>
              <a:rPr lang="de-DE" sz="1400" b="1" spc="4" dirty="0">
                <a:solidFill>
                  <a:srgbClr val="000000"/>
                </a:solidFill>
                <a:latin typeface="+mn-lt"/>
              </a:rPr>
              <a:t> Layer):</a:t>
            </a:r>
          </a:p>
          <a:p>
            <a:pPr marL="288000" lvl="2" indent="0">
              <a:buNone/>
            </a:pPr>
            <a:r>
              <a:rPr lang="de-DE" sz="1400" b="1" spc="4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</a:t>
            </a:r>
            <a:r>
              <a:rPr lang="de-DE" sz="1400" b="1" spc="4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sz="1400" spc="4" dirty="0">
                <a:solidFill>
                  <a:srgbClr val="000000"/>
                </a:solidFill>
                <a:latin typeface="+mn-lt"/>
              </a:rPr>
              <a:t>ist eine Middleware für die effiziente Kommunikation zwischen Prozessen (IPC)</a:t>
            </a:r>
          </a:p>
          <a:p>
            <a:pPr lvl="2"/>
            <a:endParaRPr lang="de-DE" sz="1400" spc="4" dirty="0">
              <a:solidFill>
                <a:srgbClr val="000000"/>
              </a:solidFill>
              <a:latin typeface="+mn-lt"/>
            </a:endParaRPr>
          </a:p>
          <a:p>
            <a:pPr lvl="2"/>
            <a:r>
              <a:rPr lang="de-DE" sz="1400" spc="4" dirty="0">
                <a:solidFill>
                  <a:srgbClr val="000000"/>
                </a:solidFill>
                <a:latin typeface="+mn-lt"/>
              </a:rPr>
              <a:t>Entwickelt für verteilte Systeme mit Fokus auf </a:t>
            </a:r>
            <a:r>
              <a:rPr lang="de-DE" sz="1400" b="1" spc="4" dirty="0">
                <a:solidFill>
                  <a:srgbClr val="000000"/>
                </a:solidFill>
                <a:latin typeface="+mn-lt"/>
              </a:rPr>
              <a:t>Performance, Skalierbarkeit und Flexibilität</a:t>
            </a:r>
          </a:p>
          <a:p>
            <a:pPr lvl="2"/>
            <a:r>
              <a:rPr lang="de-DE" sz="1400" spc="4" dirty="0">
                <a:solidFill>
                  <a:srgbClr val="000000"/>
                </a:solidFill>
                <a:latin typeface="+mn-lt"/>
              </a:rPr>
              <a:t>Unterstützt Windows, </a:t>
            </a:r>
            <a:r>
              <a:rPr lang="de-DE" sz="1400" spc="4" dirty="0" err="1">
                <a:solidFill>
                  <a:srgbClr val="000000"/>
                </a:solidFill>
                <a:latin typeface="+mn-lt"/>
              </a:rPr>
              <a:t>macOS</a:t>
            </a:r>
            <a:r>
              <a:rPr lang="de-DE" sz="1400" spc="4" dirty="0">
                <a:solidFill>
                  <a:srgbClr val="000000"/>
                </a:solidFill>
                <a:latin typeface="+mn-lt"/>
              </a:rPr>
              <a:t> &amp; Linux,</a:t>
            </a:r>
          </a:p>
          <a:p>
            <a:pPr lvl="2"/>
            <a:r>
              <a:rPr lang="de-DE" sz="1400" spc="4" dirty="0">
                <a:solidFill>
                  <a:srgbClr val="000000"/>
                </a:solidFill>
                <a:latin typeface="+mn-lt"/>
              </a:rPr>
              <a:t>APIs in C++, Python, C#, Java, Go</a:t>
            </a:r>
          </a:p>
          <a:p>
            <a:pPr lvl="2"/>
            <a:endParaRPr lang="de-DE" sz="1400" spc="4" dirty="0">
              <a:solidFill>
                <a:srgbClr val="000000"/>
              </a:solidFill>
              <a:latin typeface="+mn-lt"/>
            </a:endParaRPr>
          </a:p>
          <a:p>
            <a:pPr marL="288000" lvl="2" indent="0">
              <a:buNone/>
            </a:pPr>
            <a:r>
              <a:rPr lang="de-DE" sz="1400" b="1" spc="4" dirty="0">
                <a:solidFill>
                  <a:srgbClr val="000000"/>
                </a:solidFill>
                <a:latin typeface="+mn-lt"/>
              </a:rPr>
              <a:t>Kommunikationsmodelle:</a:t>
            </a:r>
          </a:p>
          <a:p>
            <a:pPr lvl="3"/>
            <a:r>
              <a:rPr lang="de-DE" sz="1400" b="1" spc="4" dirty="0">
                <a:solidFill>
                  <a:srgbClr val="000000"/>
                </a:solidFill>
                <a:latin typeface="+mn-lt"/>
              </a:rPr>
              <a:t>Publish/</a:t>
            </a:r>
            <a:r>
              <a:rPr lang="de-DE" sz="1400" b="1" spc="4" dirty="0" err="1">
                <a:solidFill>
                  <a:srgbClr val="000000"/>
                </a:solidFill>
                <a:latin typeface="+mn-lt"/>
              </a:rPr>
              <a:t>Subscribe</a:t>
            </a:r>
            <a:r>
              <a:rPr lang="de-DE" sz="1400" spc="4" dirty="0">
                <a:solidFill>
                  <a:srgbClr val="000000"/>
                </a:solidFill>
                <a:latin typeface="+mn-lt"/>
              </a:rPr>
              <a:t>: asynchrone Nachrichtenverteilung über Topics</a:t>
            </a:r>
          </a:p>
          <a:p>
            <a:pPr lvl="3"/>
            <a:r>
              <a:rPr lang="de-DE" sz="1400" b="1" dirty="0"/>
              <a:t>Remote </a:t>
            </a:r>
            <a:r>
              <a:rPr lang="de-DE" sz="1400" b="1" dirty="0" err="1"/>
              <a:t>Procedure</a:t>
            </a:r>
            <a:r>
              <a:rPr lang="de-DE" sz="1400" b="1" dirty="0"/>
              <a:t> Call - </a:t>
            </a:r>
            <a:r>
              <a:rPr lang="de-DE" sz="1400" b="1" spc="4" dirty="0">
                <a:solidFill>
                  <a:srgbClr val="000000"/>
                </a:solidFill>
                <a:latin typeface="+mn-lt"/>
              </a:rPr>
              <a:t>RPC: </a:t>
            </a:r>
            <a:r>
              <a:rPr lang="de-DE" sz="1400" spc="4" dirty="0">
                <a:solidFill>
                  <a:srgbClr val="000000"/>
                </a:solidFill>
                <a:latin typeface="+mn-lt"/>
              </a:rPr>
              <a:t>synchroner Aufruf von Funktionen zwischen Prozessen</a:t>
            </a:r>
          </a:p>
          <a:p>
            <a:pPr lvl="2"/>
            <a:endParaRPr lang="de-DE" sz="1400" spc="4" dirty="0">
              <a:solidFill>
                <a:srgbClr val="000000"/>
              </a:solidFill>
              <a:latin typeface="+mn-lt"/>
            </a:endParaRPr>
          </a:p>
          <a:p>
            <a:pPr marL="288000" lvl="2" indent="0">
              <a:buNone/>
            </a:pPr>
            <a:r>
              <a:rPr lang="de-DE" sz="1400" b="1" spc="4" dirty="0">
                <a:solidFill>
                  <a:srgbClr val="000000"/>
                </a:solidFill>
                <a:latin typeface="+mn-lt"/>
              </a:rPr>
              <a:t>Unterstützte Transportprotokolle:</a:t>
            </a:r>
          </a:p>
          <a:p>
            <a:pPr lvl="3"/>
            <a:r>
              <a:rPr lang="de-DE" sz="1400" b="1" spc="4" dirty="0" err="1">
                <a:solidFill>
                  <a:srgbClr val="000000"/>
                </a:solidFill>
                <a:latin typeface="+mn-lt"/>
              </a:rPr>
              <a:t>Shared</a:t>
            </a:r>
            <a:r>
              <a:rPr lang="de-DE" sz="1400" b="1" spc="4" dirty="0">
                <a:solidFill>
                  <a:srgbClr val="000000"/>
                </a:solidFill>
                <a:latin typeface="+mn-lt"/>
              </a:rPr>
              <a:t> Memory (SHM)</a:t>
            </a:r>
            <a:r>
              <a:rPr lang="de-DE" sz="1400" spc="4" dirty="0">
                <a:solidFill>
                  <a:srgbClr val="000000"/>
                </a:solidFill>
                <a:latin typeface="+mn-lt"/>
              </a:rPr>
              <a:t>– extrem schnell auf einem Gerät (Zero-Copy)</a:t>
            </a:r>
          </a:p>
          <a:p>
            <a:pPr lvl="3"/>
            <a:r>
              <a:rPr lang="de-DE" sz="1400" b="1" spc="4" dirty="0">
                <a:solidFill>
                  <a:srgbClr val="000000"/>
                </a:solidFill>
                <a:latin typeface="+mn-lt"/>
              </a:rPr>
              <a:t>UDP Multicast </a:t>
            </a:r>
            <a:r>
              <a:rPr lang="de-DE" sz="1400" spc="4" dirty="0">
                <a:solidFill>
                  <a:srgbClr val="000000"/>
                </a:solidFill>
                <a:latin typeface="+mn-lt"/>
              </a:rPr>
              <a:t>– effizient für Broadcasts im lokalen Netzwerk</a:t>
            </a:r>
          </a:p>
          <a:p>
            <a:pPr lvl="3"/>
            <a:r>
              <a:rPr lang="de-DE" sz="1400" b="1" spc="4" dirty="0">
                <a:solidFill>
                  <a:srgbClr val="000000"/>
                </a:solidFill>
                <a:latin typeface="+mn-lt"/>
              </a:rPr>
              <a:t>TCP</a:t>
            </a:r>
            <a:r>
              <a:rPr lang="de-DE" sz="1400" spc="4" dirty="0">
                <a:solidFill>
                  <a:srgbClr val="000000"/>
                </a:solidFill>
                <a:latin typeface="+mn-lt"/>
              </a:rPr>
              <a:t> – zuverlässige Verbindung bei Punkt-zu-Punkt-Kommunikation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03839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Aft>
                <a:spcPts val="600"/>
              </a:spcAft>
              <a:buAutoNum type="arabicPeriod"/>
            </a:pPr>
            <a:r>
              <a:rPr lang="de-DE" sz="1200" dirty="0"/>
              <a:t>Publisher meldet Topic beim </a:t>
            </a:r>
            <a:r>
              <a:rPr lang="de-DE" sz="1200" dirty="0" err="1"/>
              <a:t>eCAL</a:t>
            </a:r>
            <a:r>
              <a:rPr lang="de-DE" sz="1200" dirty="0"/>
              <a:t> Core an</a:t>
            </a:r>
          </a:p>
          <a:p>
            <a:pPr marL="228600" indent="-228600">
              <a:spcAft>
                <a:spcPts val="600"/>
              </a:spcAft>
              <a:buAutoNum type="arabicPeriod"/>
            </a:pPr>
            <a:endParaRPr lang="de-DE" sz="1200" dirty="0"/>
          </a:p>
          <a:p>
            <a:pPr marL="228600" indent="-228600">
              <a:spcAft>
                <a:spcPts val="600"/>
              </a:spcAft>
              <a:buAutoNum type="arabicPeriod"/>
            </a:pPr>
            <a:r>
              <a:rPr lang="de-DE" sz="1200" dirty="0"/>
              <a:t>Subscriber sucht nach passendem Topic</a:t>
            </a:r>
          </a:p>
          <a:p>
            <a:pPr marL="228600" indent="-228600">
              <a:spcAft>
                <a:spcPts val="600"/>
              </a:spcAft>
              <a:buAutoNum type="arabicPeriod"/>
            </a:pPr>
            <a:endParaRPr lang="de-DE" sz="1200" dirty="0"/>
          </a:p>
          <a:p>
            <a:pPr marL="228600" indent="-228600">
              <a:buAutoNum type="arabicPeriod"/>
            </a:pPr>
            <a:r>
              <a:rPr lang="de-DE" sz="1200" dirty="0"/>
              <a:t>Bei match: automatische Transportwahl SHM, UDP, TCP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45673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Aft>
                <a:spcPts val="600"/>
              </a:spcAft>
              <a:buAutoNum type="arabicPeriod"/>
            </a:pPr>
            <a:r>
              <a:rPr lang="de-DE" sz="1200" b="1" dirty="0"/>
              <a:t>Server</a:t>
            </a:r>
            <a:r>
              <a:rPr lang="de-DE" sz="1200" dirty="0"/>
              <a:t> registriert </a:t>
            </a:r>
            <a:r>
              <a:rPr lang="de-DE" sz="1200" b="1" dirty="0"/>
              <a:t>Service</a:t>
            </a:r>
            <a:r>
              <a:rPr lang="de-DE" sz="1200" dirty="0"/>
              <a:t> beim </a:t>
            </a:r>
            <a:r>
              <a:rPr lang="de-DE" sz="1200" dirty="0" err="1"/>
              <a:t>eCAL</a:t>
            </a:r>
            <a:r>
              <a:rPr lang="de-DE" sz="1200" dirty="0"/>
              <a:t> Core</a:t>
            </a:r>
          </a:p>
          <a:p>
            <a:pPr marL="228600" indent="-228600">
              <a:spcAft>
                <a:spcPts val="600"/>
              </a:spcAft>
              <a:buAutoNum type="arabicPeriod"/>
            </a:pPr>
            <a:endParaRPr lang="de-DE" sz="1200" dirty="0"/>
          </a:p>
          <a:p>
            <a:pPr marL="228600" indent="-228600">
              <a:spcAft>
                <a:spcPts val="600"/>
              </a:spcAft>
              <a:buAutoNum type="arabicPeriod"/>
            </a:pPr>
            <a:r>
              <a:rPr lang="de-DE" sz="1200" b="1" dirty="0"/>
              <a:t>Client</a:t>
            </a:r>
            <a:r>
              <a:rPr lang="de-DE" sz="1200" dirty="0"/>
              <a:t> sucht nach passendem </a:t>
            </a:r>
            <a:r>
              <a:rPr lang="de-DE" sz="1200" b="1" dirty="0"/>
              <a:t>Service-Namen</a:t>
            </a:r>
          </a:p>
          <a:p>
            <a:pPr marL="228600" indent="-228600">
              <a:spcAft>
                <a:spcPts val="600"/>
              </a:spcAft>
              <a:buAutoNum type="arabicPeriod"/>
            </a:pPr>
            <a:endParaRPr lang="de-DE" sz="1200" dirty="0"/>
          </a:p>
          <a:p>
            <a:pPr marL="228600" indent="-228600">
              <a:spcAft>
                <a:spcPts val="600"/>
              </a:spcAft>
              <a:buAutoNum type="arabicPeriod"/>
            </a:pPr>
            <a:r>
              <a:rPr lang="de-DE" sz="1200" dirty="0"/>
              <a:t>Bei Match: direkte Anfrage an Methode (z. B. </a:t>
            </a:r>
            <a:r>
              <a:rPr lang="de-DE" sz="1200" dirty="0" err="1"/>
              <a:t>MyService.Ping</a:t>
            </a:r>
            <a:r>
              <a:rPr lang="de-DE" sz="1200" dirty="0"/>
              <a:t>())</a:t>
            </a:r>
          </a:p>
          <a:p>
            <a:pPr marL="228600" indent="-228600">
              <a:spcAft>
                <a:spcPts val="600"/>
              </a:spcAft>
              <a:buAutoNum type="arabicPeriod"/>
            </a:pPr>
            <a:endParaRPr lang="de-DE" sz="1200" dirty="0"/>
          </a:p>
          <a:p>
            <a:pPr marL="228600" indent="-228600">
              <a:spcAft>
                <a:spcPts val="600"/>
              </a:spcAft>
              <a:buAutoNum type="arabicPeriod"/>
            </a:pPr>
            <a:r>
              <a:rPr lang="de-DE" sz="1200" dirty="0"/>
              <a:t>Transport über </a:t>
            </a:r>
            <a:r>
              <a:rPr lang="de-DE" sz="1200" b="1" dirty="0"/>
              <a:t>UDP</a:t>
            </a:r>
            <a:endParaRPr lang="de-DE" sz="1200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6918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Unit-Tests</a:t>
            </a:r>
          </a:p>
          <a:p>
            <a:r>
              <a:rPr lang="de-DE" dirty="0"/>
              <a:t>- Testen </a:t>
            </a:r>
            <a:r>
              <a:rPr lang="de-DE" b="1" dirty="0"/>
              <a:t>einzelne Funktionen oder Klassen isoliert</a:t>
            </a:r>
          </a:p>
          <a:p>
            <a:r>
              <a:rPr lang="de-DE" dirty="0"/>
              <a:t>- Kein Zusammenspiel mit anderen Komponenten</a:t>
            </a:r>
          </a:p>
          <a:p>
            <a:r>
              <a:rPr lang="de-DE" dirty="0"/>
              <a:t>- </a:t>
            </a:r>
            <a:r>
              <a:rPr lang="de-DE" b="1" dirty="0"/>
              <a:t>Beispiel: Prüfen, ob ein Publisher-Objekt korrekt Nachrichten erstellt</a:t>
            </a:r>
          </a:p>
          <a:p>
            <a:endParaRPr lang="de-DE" dirty="0"/>
          </a:p>
          <a:p>
            <a:r>
              <a:rPr lang="de-DE" dirty="0"/>
              <a:t>Integrationstests</a:t>
            </a:r>
          </a:p>
          <a:p>
            <a:r>
              <a:rPr lang="de-DE" dirty="0"/>
              <a:t>- Prüfen **Zusammenspiel mehrerer Komponenten**</a:t>
            </a:r>
          </a:p>
          <a:p>
            <a:r>
              <a:rPr lang="de-DE" dirty="0"/>
              <a:t>- Fokus: Kommunikation, Schnittstellen, Datenfluss</a:t>
            </a:r>
          </a:p>
          <a:p>
            <a:r>
              <a:rPr lang="de-DE" dirty="0"/>
              <a:t>- </a:t>
            </a:r>
            <a:r>
              <a:rPr lang="de-DE" b="1" dirty="0"/>
              <a:t>Beispiel: Publisher → Middleware → Subscriber</a:t>
            </a:r>
          </a:p>
          <a:p>
            <a:endParaRPr lang="de-DE" dirty="0"/>
          </a:p>
          <a:p>
            <a:r>
              <a:rPr lang="de-DE" dirty="0"/>
              <a:t>Systemtests</a:t>
            </a:r>
          </a:p>
          <a:p>
            <a:r>
              <a:rPr lang="de-DE" dirty="0"/>
              <a:t>- Testen das **Gesamtsystem unter realistischen Bedingungen**</a:t>
            </a:r>
          </a:p>
          <a:p>
            <a:r>
              <a:rPr lang="de-DE" dirty="0"/>
              <a:t>- Inklusive Netzwerkverhalten, Prozessstarts, Fehlerfälle</a:t>
            </a:r>
          </a:p>
          <a:p>
            <a:r>
              <a:rPr lang="de-DE" dirty="0"/>
              <a:t>- </a:t>
            </a:r>
            <a:r>
              <a:rPr lang="de-DE" b="1" dirty="0"/>
              <a:t>Ziel: **Ende-zu-Ende-Validierung** der Middleware-Kommunikation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98827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IPC-Systemen beginnt ein Integrationstest oft schon als </a:t>
            </a:r>
            <a:r>
              <a:rPr kumimoji="0" lang="de-DE" altLang="de-DE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Mini-Systemtest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sobald mehrere Prozesse beteiligt sind.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Die </a:t>
            </a:r>
            <a:r>
              <a:rPr kumimoji="0" lang="de-DE" altLang="de-DE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Unterscheidung liegt weniger in den Komponenten selbst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sondern </a:t>
            </a:r>
            <a:r>
              <a:rPr kumimoji="0" lang="de-DE" altLang="de-DE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 Ziel des Tests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Geht es nur um das Zusammenspiel (Integration):</a:t>
            </a:r>
            <a:b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de-DE" alt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de-DE" dirty="0"/>
              <a:t>Beispiel:</a:t>
            </a:r>
          </a:p>
          <a:p>
            <a:pPr>
              <a:buFont typeface="Arial" panose="020B0604020202020204" pitchFamily="34" charset="0"/>
              <a:buNone/>
            </a:pPr>
            <a:r>
              <a:rPr lang="de-DE" dirty="0"/>
              <a:t>Testet, ob ein Publisher eine Nachricht korrekt an einen Subscriber schickt.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Oder um das Verhalten des Gesamtsystems unter realistischen Bedingungen (System):</a:t>
            </a:r>
            <a:b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Beipiel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de-DE" dirty="0"/>
              <a:t>Testet, ob das Gesamtsystem bei Ausfall eines Publishers stabil bleibt und andere Komponenten korrekt weiterlaufen.</a:t>
            </a:r>
            <a:endParaRPr kumimoji="0" lang="de-DE" alt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44465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endParaRPr lang="de-DE" sz="1200" b="1" dirty="0"/>
          </a:p>
          <a:p>
            <a:r>
              <a:rPr lang="de-DE" sz="1200" b="1" dirty="0"/>
              <a:t>1. Welche Anforderungen stellen IPC-Middleware-Systeme an Integrationstests?</a:t>
            </a:r>
          </a:p>
          <a:p>
            <a:r>
              <a:rPr lang="de-DE" sz="1200" dirty="0"/>
              <a:t>→ z. B. Timing, Datenkorrektheit, Fehlerbehandlung bei der Kommunikation</a:t>
            </a:r>
          </a:p>
          <a:p>
            <a:endParaRPr lang="de-DE" sz="1200" dirty="0"/>
          </a:p>
          <a:p>
            <a:endParaRPr lang="de-DE" sz="1200" dirty="0"/>
          </a:p>
          <a:p>
            <a:r>
              <a:rPr lang="de-DE" sz="1200" b="1" dirty="0"/>
              <a:t>2. Wie kann ein Testkonzept gestaltet werden, das zu verteilten IPC-Systemen passt?</a:t>
            </a:r>
          </a:p>
          <a:p>
            <a:r>
              <a:rPr lang="de-DE" sz="1200" dirty="0"/>
              <a:t> → Ziel: allgemein übertragbares und realitätsnahes Testsetup</a:t>
            </a:r>
          </a:p>
          <a:p>
            <a:endParaRPr lang="de-DE" sz="1200" dirty="0"/>
          </a:p>
          <a:p>
            <a:endParaRPr lang="de-DE" sz="1200" b="1" dirty="0"/>
          </a:p>
          <a:p>
            <a:r>
              <a:rPr lang="de-DE" sz="1200" b="1" dirty="0"/>
              <a:t>3. Welche Testtools eignen sich für Integrationstests von IPC-Middleware am Beispiel </a:t>
            </a:r>
            <a:r>
              <a:rPr lang="de-DE" sz="1200" b="1" dirty="0" err="1"/>
              <a:t>eCAL</a:t>
            </a:r>
            <a:r>
              <a:rPr lang="de-DE" sz="1200" b="1" dirty="0"/>
              <a:t>?</a:t>
            </a:r>
          </a:p>
          <a:p>
            <a:r>
              <a:rPr lang="de-DE" sz="1200" dirty="0"/>
              <a:t> → Bewertung von Tools wie Google Test oder Robot Framework</a:t>
            </a:r>
          </a:p>
          <a:p>
            <a:pPr>
              <a:buFont typeface="+mj-lt"/>
              <a:buAutoNum type="arabicPeriod"/>
            </a:pPr>
            <a:endParaRPr lang="de-DE" sz="1200" dirty="0"/>
          </a:p>
          <a:p>
            <a:pPr>
              <a:buFont typeface="+mj-lt"/>
              <a:buAutoNum type="arabicPeriod"/>
            </a:pPr>
            <a:endParaRPr lang="de-DE" sz="1200" dirty="0"/>
          </a:p>
          <a:p>
            <a:r>
              <a:rPr lang="de-DE" sz="1200" b="1" dirty="0"/>
              <a:t>4. Wie können Integrationstests automatisiert und in CI/CD-Prozesse eingebunden werden?</a:t>
            </a:r>
          </a:p>
          <a:p>
            <a:r>
              <a:rPr lang="de-DE" sz="1200" dirty="0"/>
              <a:t> → Fokus auf GitHub Actions zur kontinuierlichen Validierung</a:t>
            </a:r>
          </a:p>
          <a:p>
            <a:pPr>
              <a:buFont typeface="+mj-lt"/>
              <a:buAutoNum type="arabicPeriod"/>
            </a:pPr>
            <a:endParaRPr lang="de-DE" sz="1200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40527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9820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Klassische Unit-Tests</a:t>
            </a:r>
            <a:r>
              <a:rPr lang="de-DE" dirty="0"/>
              <a:t> prüfen nur einzelne Funktionen:</a:t>
            </a:r>
            <a:br>
              <a:rPr lang="de-DE" dirty="0"/>
            </a:br>
            <a:r>
              <a:rPr lang="de-DE" dirty="0"/>
              <a:t>→ reichen </a:t>
            </a:r>
            <a:r>
              <a:rPr lang="de-DE" b="1" dirty="0"/>
              <a:t>nicht</a:t>
            </a:r>
            <a:r>
              <a:rPr lang="de-DE" dirty="0"/>
              <a:t> für die Prüfung von Kommunikationsverhalten.</a:t>
            </a:r>
          </a:p>
          <a:p>
            <a:pPr>
              <a:buFont typeface="Arial" panose="020B0604020202020204" pitchFamily="34" charset="0"/>
              <a:buChar char="•"/>
            </a:pP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Middleware ist verteilt</a:t>
            </a:r>
            <a:r>
              <a:rPr lang="de-DE" dirty="0"/>
              <a:t>:</a:t>
            </a:r>
            <a:br>
              <a:rPr lang="de-DE" dirty="0"/>
            </a:br>
            <a:r>
              <a:rPr lang="de-DE" dirty="0"/>
              <a:t>→ Mehrere Prozesse, oft auf </a:t>
            </a:r>
            <a:r>
              <a:rPr lang="de-DE" b="1" dirty="0"/>
              <a:t>verschiedenen Geräten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→ Verhalten hängt vom </a:t>
            </a:r>
            <a:r>
              <a:rPr lang="de-DE" b="1" dirty="0"/>
              <a:t>Netzwerk</a:t>
            </a:r>
            <a:r>
              <a:rPr lang="de-DE" dirty="0"/>
              <a:t>, </a:t>
            </a:r>
            <a:r>
              <a:rPr lang="de-DE" b="1" dirty="0"/>
              <a:t>Timing</a:t>
            </a:r>
            <a:r>
              <a:rPr lang="de-DE" dirty="0"/>
              <a:t> und anderen </a:t>
            </a:r>
            <a:r>
              <a:rPr lang="de-DE" b="1" dirty="0"/>
              <a:t>parallelen Abläufen</a:t>
            </a:r>
            <a:r>
              <a:rPr lang="de-DE" dirty="0"/>
              <a:t> ab.</a:t>
            </a:r>
          </a:p>
          <a:p>
            <a:pPr>
              <a:buFont typeface="Arial" panose="020B0604020202020204" pitchFamily="34" charset="0"/>
              <a:buChar char="•"/>
            </a:pP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Fehler treten oft nur unter realistischen Bedingungen auf</a:t>
            </a:r>
            <a:r>
              <a:rPr lang="de-DE" dirty="0"/>
              <a:t>:</a:t>
            </a:r>
            <a:br>
              <a:rPr lang="de-DE" dirty="0"/>
            </a:br>
            <a:r>
              <a:rPr lang="de-DE" dirty="0"/>
              <a:t>→ z. B. bei </a:t>
            </a:r>
            <a:r>
              <a:rPr lang="de-DE" b="1" dirty="0"/>
              <a:t>Verzögerungen</a:t>
            </a:r>
            <a:r>
              <a:rPr lang="de-DE" dirty="0"/>
              <a:t>, </a:t>
            </a:r>
            <a:r>
              <a:rPr lang="de-DE" b="1" dirty="0"/>
              <a:t>Netzwerkabstürzen</a:t>
            </a:r>
            <a:r>
              <a:rPr lang="de-DE" dirty="0"/>
              <a:t>, </a:t>
            </a:r>
            <a:r>
              <a:rPr lang="de-DE" b="1" dirty="0"/>
              <a:t>Prozessabstürzen</a:t>
            </a:r>
            <a:r>
              <a:rPr lang="de-DE" dirty="0"/>
              <a:t> oder </a:t>
            </a:r>
            <a:r>
              <a:rPr lang="de-DE" b="1" dirty="0"/>
              <a:t>Datenverlust</a:t>
            </a:r>
            <a:r>
              <a:rPr lang="de-DE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de-DE" dirty="0"/>
          </a:p>
          <a:p>
            <a:pPr marL="0" indent="0">
              <a:buNone/>
            </a:pPr>
            <a:r>
              <a:rPr lang="de-DE" dirty="0"/>
              <a:t>Eine geeignete Teststrategie sollte das Zusammenspiel aller Systemkomponenten unter praxisnahen Bedingungen prüfen </a:t>
            </a:r>
          </a:p>
          <a:p>
            <a:pPr marL="0" indent="0">
              <a:buNone/>
            </a:pPr>
            <a:r>
              <a:rPr lang="de-DE" dirty="0"/>
              <a:t>–&gt; nicht nur das Verhalten einzelner Bausteine unter Idealbedingungen.</a:t>
            </a:r>
            <a:endParaRPr lang="de-DE" sz="1200" b="0" strike="noStrike" spc="4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97208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✅ Funktionale Anforderungen / Tests</a:t>
            </a:r>
          </a:p>
          <a:p>
            <a:r>
              <a:rPr lang="de-DE" dirty="0"/>
              <a:t>→ </a:t>
            </a:r>
            <a:r>
              <a:rPr lang="de-DE" i="1" dirty="0"/>
              <a:t>Was</a:t>
            </a:r>
            <a:r>
              <a:rPr lang="de-DE" dirty="0"/>
              <a:t> soll das System tun?</a:t>
            </a:r>
          </a:p>
          <a:p>
            <a:r>
              <a:rPr lang="de-DE" dirty="0"/>
              <a:t>Was soll passieren?</a:t>
            </a:r>
          </a:p>
          <a:p>
            <a:endParaRPr lang="de-DE" dirty="0"/>
          </a:p>
          <a:p>
            <a:r>
              <a:rPr lang="de-DE" dirty="0"/>
              <a:t>Sie beschreiben </a:t>
            </a:r>
            <a:r>
              <a:rPr lang="de-DE" b="1" dirty="0"/>
              <a:t>konkrete Funktionen</a:t>
            </a:r>
            <a:r>
              <a:rPr lang="de-DE" dirty="0"/>
              <a:t> oder Verhaltensweisen, die das System liefern muss.</a:t>
            </a:r>
          </a:p>
          <a:p>
            <a:r>
              <a:rPr lang="de-DE" b="1" dirty="0"/>
              <a:t>Typische Beispiele in IPC-Middleware: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Eine Nachricht wird korrekt von Publisher zu Subscriber übertragen.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Ein Subscriber erhält nur Nachrichten zu abonnierten Topics.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Ein RPC-Aufruf liefert eine gültige Antwort oder ein Timeout.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Nachrichten mit falschem Format werden abgelehnt.</a:t>
            </a:r>
          </a:p>
          <a:p>
            <a:pPr>
              <a:buFont typeface="Arial" panose="020B0604020202020204" pitchFamily="34" charset="0"/>
              <a:buChar char="•"/>
            </a:pPr>
            <a:endParaRPr lang="de-DE" dirty="0"/>
          </a:p>
          <a:p>
            <a:r>
              <a:rPr lang="de-DE" dirty="0"/>
              <a:t>🧪 Funktionale Tests prüfen: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Richtigkeit der Daten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Korrektes Verhalten bei bestimmten Eingaben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Interaktion zwischen Komponenten</a:t>
            </a:r>
          </a:p>
          <a:p>
            <a:pPr>
              <a:buFont typeface="Arial" panose="020B0604020202020204" pitchFamily="34" charset="0"/>
              <a:buNone/>
            </a:pPr>
            <a:endParaRPr lang="de-DE" dirty="0"/>
          </a:p>
          <a:p>
            <a:r>
              <a:rPr lang="de-DE" b="1" dirty="0"/>
              <a:t>⚙️ Nicht-funktionale Anforderungen / Tests</a:t>
            </a:r>
          </a:p>
          <a:p>
            <a:r>
              <a:rPr lang="de-DE" dirty="0"/>
              <a:t>→ </a:t>
            </a:r>
            <a:r>
              <a:rPr lang="de-DE" i="1" dirty="0"/>
              <a:t>Wie gut</a:t>
            </a:r>
            <a:r>
              <a:rPr lang="de-DE" dirty="0"/>
              <a:t> tut das System das, was es tun soll?</a:t>
            </a:r>
          </a:p>
          <a:p>
            <a:r>
              <a:rPr lang="de-DE" i="1" dirty="0"/>
              <a:t>Wie gut passiert es?</a:t>
            </a:r>
          </a:p>
          <a:p>
            <a:endParaRPr lang="de-DE" dirty="0"/>
          </a:p>
          <a:p>
            <a:r>
              <a:rPr lang="de-DE" dirty="0"/>
              <a:t>Sie betreffen </a:t>
            </a:r>
            <a:r>
              <a:rPr lang="de-DE" b="1" dirty="0"/>
              <a:t>Qualitätsmerkmale</a:t>
            </a:r>
            <a:r>
              <a:rPr lang="de-DE" dirty="0"/>
              <a:t> wie Leistung, Stabilität, Benutzerfreundlichkeit, etc.</a:t>
            </a:r>
          </a:p>
          <a:p>
            <a:r>
              <a:rPr lang="de-DE" b="1" dirty="0"/>
              <a:t>Typische Beispiele in IPC-Middleware: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Latenz (Wie schnell kommt eine Nachricht an?)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Jitter</a:t>
            </a:r>
            <a:r>
              <a:rPr lang="de-DE" dirty="0"/>
              <a:t> (Wie stark schwankt das Zeitverhalten?)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Fehlertoleranz (Was passiert bei Netzwerkabbruch?)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Skalierbarkeit (Wie verhält sich das System bei 100 statt 10 Komponenten?)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Ressourcenverbrauch (CPU, RAM)</a:t>
            </a:r>
          </a:p>
          <a:p>
            <a:pPr>
              <a:buFont typeface="Arial" panose="020B0604020202020204" pitchFamily="34" charset="0"/>
              <a:buChar char="•"/>
            </a:pPr>
            <a:endParaRPr lang="de-DE" dirty="0"/>
          </a:p>
          <a:p>
            <a:r>
              <a:rPr lang="de-DE" dirty="0"/>
              <a:t>🧪 Nicht-funktionale Tests prüfen: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Leistungskennzahlen (Performance)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Systemverhalten unter Last oder im Fehlerfall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Stabilität über längere Laufzeit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60131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54746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---</a:t>
            </a:r>
          </a:p>
          <a:p>
            <a:r>
              <a:rPr lang="de-DE" dirty="0" err="1"/>
              <a:t>notes</a:t>
            </a:r>
            <a:r>
              <a:rPr lang="de-DE" dirty="0"/>
              <a:t>: |</a:t>
            </a:r>
          </a:p>
          <a:p>
            <a:endParaRPr lang="de-DE" dirty="0"/>
          </a:p>
          <a:p>
            <a:r>
              <a:rPr lang="de-DE" dirty="0"/>
              <a:t> **Google Test**:</a:t>
            </a:r>
          </a:p>
          <a:p>
            <a:r>
              <a:rPr lang="de-DE" dirty="0"/>
              <a:t>  - Eher geeignet für Unit Tests in C++, nicht ideal für Multi-Prozess-Szenarien.</a:t>
            </a:r>
          </a:p>
          <a:p>
            <a:r>
              <a:rPr lang="de-DE" dirty="0"/>
              <a:t>  - CLI-Ausführung ist möglich, aber weniger flexibel für verteilte Systeme.</a:t>
            </a:r>
          </a:p>
          <a:p>
            <a:endParaRPr lang="de-DE" dirty="0"/>
          </a:p>
          <a:p>
            <a:r>
              <a:rPr lang="de-DE" dirty="0"/>
              <a:t>  **Robot Framework**:</a:t>
            </a:r>
          </a:p>
          <a:p>
            <a:r>
              <a:rPr lang="de-DE" dirty="0"/>
              <a:t>  - Sehr gute Wahl für Integrationstests, weil es mehrere Prozesse managen kann.</a:t>
            </a:r>
          </a:p>
          <a:p>
            <a:r>
              <a:rPr lang="de-DE" dirty="0"/>
              <a:t>  - Besonders stark in Kombination mit Docker und CI/CD (z. B. GitHub Actions).</a:t>
            </a:r>
          </a:p>
          <a:p>
            <a:r>
              <a:rPr lang="de-DE" dirty="0"/>
              <a:t> </a:t>
            </a:r>
          </a:p>
          <a:p>
            <a:r>
              <a:rPr lang="de-DE" dirty="0"/>
              <a:t>**Gauge**:</a:t>
            </a:r>
          </a:p>
          <a:p>
            <a:r>
              <a:rPr lang="de-DE" dirty="0"/>
              <a:t>-primär für Web- und API-Tests konzipiert</a:t>
            </a:r>
          </a:p>
          <a:p>
            <a:r>
              <a:rPr lang="de-DE" dirty="0"/>
              <a:t>-Keine native Unterstützung für </a:t>
            </a:r>
            <a:r>
              <a:rPr lang="de-DE" b="1" dirty="0"/>
              <a:t>Multi-Prozess-Orchestrierung</a:t>
            </a:r>
            <a:endParaRPr lang="de-DE" dirty="0"/>
          </a:p>
          <a:p>
            <a:r>
              <a:rPr lang="de-DE" dirty="0"/>
              <a:t>-Einsatz für IPC-Tests möglich, aber nur mit </a:t>
            </a:r>
            <a:r>
              <a:rPr lang="de-DE" b="1" dirty="0"/>
              <a:t>hohem Anpassungsaufwand</a:t>
            </a:r>
            <a:br>
              <a:rPr lang="de-DE" dirty="0"/>
            </a:br>
            <a:r>
              <a:rPr lang="de-DE" dirty="0"/>
              <a:t>→ z. B. eigene Skripte zur Containersteuerung</a:t>
            </a:r>
          </a:p>
          <a:p>
            <a:r>
              <a:rPr lang="de-DE" b="1" dirty="0"/>
              <a:t>-weniger Plugins/</a:t>
            </a:r>
            <a:r>
              <a:rPr lang="de-DE" b="1" dirty="0" err="1"/>
              <a:t>Libs</a:t>
            </a:r>
            <a:r>
              <a:rPr lang="de-DE" dirty="0"/>
              <a:t> als bei anderen Frameworks</a:t>
            </a:r>
          </a:p>
          <a:p>
            <a:endParaRPr lang="de-DE" dirty="0"/>
          </a:p>
          <a:p>
            <a:r>
              <a:rPr lang="de-DE" dirty="0"/>
              <a:t>  **</a:t>
            </a:r>
            <a:r>
              <a:rPr lang="de-DE" dirty="0" err="1"/>
              <a:t>Behave</a:t>
            </a:r>
            <a:r>
              <a:rPr lang="de-DE" dirty="0"/>
              <a:t>**:</a:t>
            </a:r>
          </a:p>
          <a:p>
            <a:r>
              <a:rPr lang="de-DE" dirty="0"/>
              <a:t>  - Python-basiert und orientiert sich an </a:t>
            </a:r>
            <a:r>
              <a:rPr lang="de-DE" dirty="0" err="1"/>
              <a:t>Behavior</a:t>
            </a:r>
            <a:r>
              <a:rPr lang="de-DE" dirty="0"/>
              <a:t>-Driven Development (Gherkin).</a:t>
            </a:r>
          </a:p>
          <a:p>
            <a:r>
              <a:rPr lang="de-DE" dirty="0"/>
              <a:t>  - Weniger verbreitet im IPC-Umfeld, aber grundsätzlich nutzbar.	</a:t>
            </a:r>
          </a:p>
          <a:p>
            <a:r>
              <a:rPr lang="de-DE" dirty="0"/>
              <a:t>  - Kein support mehr</a:t>
            </a:r>
          </a:p>
          <a:p>
            <a:endParaRPr lang="de-DE" dirty="0"/>
          </a:p>
          <a:p>
            <a:r>
              <a:rPr lang="de-DE" dirty="0"/>
              <a:t>  **</a:t>
            </a:r>
            <a:r>
              <a:rPr lang="de-DE" dirty="0" err="1"/>
              <a:t>Katalon</a:t>
            </a:r>
            <a:r>
              <a:rPr lang="de-DE" dirty="0"/>
              <a:t>**:</a:t>
            </a:r>
          </a:p>
          <a:p>
            <a:r>
              <a:rPr lang="de-DE" dirty="0"/>
              <a:t>  - Sehr GUI-orientiert und eher für Web/API-Tests gedacht.</a:t>
            </a:r>
          </a:p>
          <a:p>
            <a:r>
              <a:rPr lang="de-DE" dirty="0"/>
              <a:t>  - Kaum geeignet für verteilte Middleware-Systeme ohne umfangreiche Anpassung.</a:t>
            </a:r>
          </a:p>
          <a:p>
            <a:endParaRPr lang="de-DE" dirty="0"/>
          </a:p>
          <a:p>
            <a:r>
              <a:rPr lang="de-DE" dirty="0"/>
              <a:t>  **</a:t>
            </a:r>
            <a:r>
              <a:rPr lang="de-DE" dirty="0" err="1"/>
              <a:t>TestComplete</a:t>
            </a:r>
            <a:r>
              <a:rPr lang="de-DE" dirty="0"/>
              <a:t>**:</a:t>
            </a:r>
          </a:p>
          <a:p>
            <a:r>
              <a:rPr lang="de-DE" dirty="0"/>
              <a:t>  - Kommerziell, stark für GUI-Tests auf Windows.</a:t>
            </a:r>
          </a:p>
          <a:p>
            <a:r>
              <a:rPr lang="de-DE" dirty="0"/>
              <a:t>  - Hohe Einstiegshürde und nicht offen für Anpassungen bei Middleware-Kommunikation.</a:t>
            </a:r>
          </a:p>
          <a:p>
            <a:r>
              <a:rPr lang="de-DE" dirty="0"/>
              <a:t>---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73320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89903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Die Tests werden automatisiert mit </a:t>
            </a:r>
            <a:r>
              <a:rPr lang="de-DE" b="1" dirty="0"/>
              <a:t>Robot Framework</a:t>
            </a:r>
            <a:r>
              <a:rPr lang="de-DE" dirty="0"/>
              <a:t> ausgeführt.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Jeder Prozess (Publisher, Subscriber etc.) läuft in einem eigenen </a:t>
            </a:r>
            <a:r>
              <a:rPr lang="de-DE" b="1" dirty="0"/>
              <a:t>Docker-Container</a:t>
            </a:r>
            <a:r>
              <a:rPr lang="de-DE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Der </a:t>
            </a:r>
            <a:r>
              <a:rPr lang="de-DE" b="1" dirty="0"/>
              <a:t>Testcontroller</a:t>
            </a:r>
            <a:r>
              <a:rPr lang="de-DE" dirty="0"/>
              <a:t> (Robot Framework) steuert Aufbau, Ablauf und Bewertung der Tests.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Ergebnisse wie Logs, Metriken und Reports werden automatisiert gesammelt.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Die Umgebung simuliert realistische Kommunikationsbedingungen (z. B. Netzwerkverhalten, Prozessstarts).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Ziel:</a:t>
            </a:r>
            <a:r>
              <a:rPr lang="de-DE" dirty="0"/>
              <a:t> Wiederholbare, realitätsnahe und isolierte Testausführung.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84104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79174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32776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Fau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45338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Ziel:</a:t>
            </a:r>
            <a:br>
              <a:rPr lang="de-DE" dirty="0"/>
            </a:b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/>
              <a:t>Überprüfen, ob das System einen unerwarteten Ausfall des Publishers korrekt erkennt.</a:t>
            </a:r>
          </a:p>
          <a:p>
            <a:r>
              <a:rPr lang="de-DE" b="1" dirty="0"/>
              <a:t>Ablauf:</a:t>
            </a:r>
            <a:endParaRPr lang="de-DE" dirty="0"/>
          </a:p>
          <a:p>
            <a:pPr>
              <a:buFont typeface="+mj-lt"/>
              <a:buAutoNum type="arabicPeriod"/>
            </a:pPr>
            <a:r>
              <a:rPr lang="de-DE" dirty="0"/>
              <a:t>Publisher und Subscriber werden gestartet.</a:t>
            </a:r>
          </a:p>
          <a:p>
            <a:pPr>
              <a:buFont typeface="+mj-lt"/>
              <a:buAutoNum type="arabicPeriod"/>
            </a:pPr>
            <a:r>
              <a:rPr lang="de-DE" dirty="0"/>
              <a:t>Publisher sendet mehrere Nachrichten.</a:t>
            </a:r>
          </a:p>
          <a:p>
            <a:pPr>
              <a:buFont typeface="+mj-lt"/>
              <a:buAutoNum type="arabicPeriod"/>
            </a:pPr>
            <a:r>
              <a:rPr lang="de-DE" dirty="0"/>
              <a:t>Publisher wird nach kurzer Zeit gezielt beendet (simulierter Crash).</a:t>
            </a:r>
          </a:p>
          <a:p>
            <a:pPr>
              <a:buFont typeface="+mj-lt"/>
              <a:buAutoNum type="arabicPeriod"/>
            </a:pPr>
            <a:r>
              <a:rPr lang="de-DE" dirty="0"/>
              <a:t>Subscriber erkennt das Ende der Übertragung.</a:t>
            </a:r>
          </a:p>
          <a:p>
            <a:r>
              <a:rPr lang="de-DE" b="1" dirty="0"/>
              <a:t>Kriterium: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Keine Systemabstürze</a:t>
            </a:r>
          </a:p>
          <a:p>
            <a:pPr lvl="2"/>
            <a:endParaRPr lang="de-DE" spc="4" dirty="0">
              <a:solidFill>
                <a:srgbClr val="000000"/>
              </a:solidFill>
              <a:latin typeface="Barlow Semi Condensed"/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05621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Testablauf:</a:t>
            </a:r>
          </a:p>
          <a:p>
            <a:pPr>
              <a:buFont typeface="+mj-lt"/>
              <a:buAutoNum type="arabicPeriod"/>
            </a:pPr>
            <a:r>
              <a:rPr lang="de-DE" b="1" dirty="0"/>
              <a:t>Start</a:t>
            </a:r>
            <a:r>
              <a:rPr lang="de-DE" dirty="0"/>
              <a:t> von Server und Client </a:t>
            </a:r>
          </a:p>
          <a:p>
            <a:pPr>
              <a:buFont typeface="+mj-lt"/>
              <a:buAutoNum type="arabicPeriod"/>
            </a:pPr>
            <a:r>
              <a:rPr lang="de-DE" dirty="0"/>
              <a:t>Client sendet </a:t>
            </a:r>
            <a:r>
              <a:rPr lang="de-DE" b="1" dirty="0"/>
              <a:t>PING 1</a:t>
            </a:r>
            <a:r>
              <a:rPr lang="de-DE" dirty="0"/>
              <a:t>, Server antwortet mit </a:t>
            </a:r>
            <a:r>
              <a:rPr lang="de-DE" b="1" dirty="0"/>
              <a:t>PONG 1</a:t>
            </a:r>
            <a:endParaRPr lang="de-DE" dirty="0"/>
          </a:p>
          <a:p>
            <a:pPr>
              <a:buFont typeface="+mj-lt"/>
              <a:buAutoNum type="arabicPeriod"/>
            </a:pPr>
            <a:r>
              <a:rPr lang="de-DE" b="1" dirty="0"/>
              <a:t>Simulierter Netzwerkausfall:</a:t>
            </a:r>
            <a:r>
              <a:rPr lang="de-DE" dirty="0"/>
              <a:t> Client wird für 6 s vom Docker-Netz getrennt</a:t>
            </a:r>
          </a:p>
          <a:p>
            <a:pPr>
              <a:buFont typeface="+mj-lt"/>
              <a:buAutoNum type="arabicPeriod"/>
            </a:pPr>
            <a:r>
              <a:rPr lang="de-DE" b="1" dirty="0" err="1"/>
              <a:t>Reconnect</a:t>
            </a:r>
            <a:r>
              <a:rPr lang="de-DE" b="1" dirty="0"/>
              <a:t>:</a:t>
            </a:r>
            <a:r>
              <a:rPr lang="de-DE" dirty="0"/>
              <a:t> Client wird mit derselben IP wieder verbunden</a:t>
            </a:r>
          </a:p>
          <a:p>
            <a:pPr>
              <a:buFont typeface="+mj-lt"/>
              <a:buAutoNum type="arabicPeriod"/>
            </a:pPr>
            <a:r>
              <a:rPr lang="de-DE" dirty="0"/>
              <a:t>Client sendet </a:t>
            </a:r>
            <a:r>
              <a:rPr lang="de-DE" b="1" dirty="0"/>
              <a:t>PING 2</a:t>
            </a:r>
            <a:r>
              <a:rPr lang="de-DE" dirty="0"/>
              <a:t>, Server antwortet mit </a:t>
            </a:r>
            <a:r>
              <a:rPr lang="de-DE" b="1" dirty="0"/>
              <a:t>PONG 2</a:t>
            </a:r>
            <a:endParaRPr lang="de-DE" dirty="0"/>
          </a:p>
          <a:p>
            <a:endParaRPr lang="de-DE" dirty="0"/>
          </a:p>
          <a:p>
            <a:r>
              <a:rPr lang="de-DE" b="1" dirty="0"/>
              <a:t>Ziel des Tests:</a:t>
            </a:r>
          </a:p>
          <a:p>
            <a:pPr marL="528066" lvl="1" indent="-171450">
              <a:buFont typeface="Arial" panose="020B0604020202020204" pitchFamily="34" charset="0"/>
              <a:buChar char="•"/>
            </a:pPr>
            <a:r>
              <a:rPr lang="de-DE" dirty="0"/>
              <a:t>Netzwerkunterbrechung wird simuliert</a:t>
            </a:r>
          </a:p>
          <a:p>
            <a:pPr marL="528066" lvl="1" indent="-171450">
              <a:buFont typeface="Arial" panose="020B0604020202020204" pitchFamily="34" charset="0"/>
              <a:buChar char="•"/>
            </a:pPr>
            <a:r>
              <a:rPr lang="de-DE" dirty="0"/>
              <a:t>RPC-Client soll nach Netzwerkausfall erneut kommunizieren</a:t>
            </a:r>
          </a:p>
          <a:p>
            <a:pPr marL="528066" lvl="1" indent="-171450">
              <a:buFont typeface="Arial" panose="020B0604020202020204" pitchFamily="34" charset="0"/>
              <a:buChar char="•"/>
            </a:pPr>
            <a:r>
              <a:rPr lang="de-DE" dirty="0"/>
              <a:t>Kein Neustart, gleiche IP-Adresse</a:t>
            </a:r>
          </a:p>
          <a:p>
            <a:pPr marL="528066" lvl="1" indent="-171450">
              <a:buFont typeface="Arial" panose="020B0604020202020204" pitchFamily="34" charset="0"/>
              <a:buChar char="•"/>
            </a:pPr>
            <a:r>
              <a:rPr lang="de-DE" dirty="0"/>
              <a:t>Erfolgreiche 2. RPC-Anfrage nach </a:t>
            </a:r>
            <a:r>
              <a:rPr lang="de-DE" dirty="0" err="1"/>
              <a:t>Reconnect</a:t>
            </a:r>
            <a:endParaRPr lang="de-DE" b="1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---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50838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Testablauf:</a:t>
            </a:r>
          </a:p>
          <a:p>
            <a:pPr>
              <a:buFont typeface="+mj-lt"/>
              <a:buAutoNum type="arabicPeriod"/>
            </a:pPr>
            <a:r>
              <a:rPr lang="de-DE" b="1" dirty="0"/>
              <a:t>Start</a:t>
            </a:r>
            <a:r>
              <a:rPr lang="de-DE" dirty="0"/>
              <a:t> von Server und Client </a:t>
            </a:r>
          </a:p>
          <a:p>
            <a:pPr>
              <a:buFont typeface="+mj-lt"/>
              <a:buAutoNum type="arabicPeriod"/>
            </a:pPr>
            <a:r>
              <a:rPr lang="de-DE" dirty="0"/>
              <a:t>Client sendet </a:t>
            </a:r>
            <a:r>
              <a:rPr lang="de-DE" b="1" dirty="0"/>
              <a:t>PING 1</a:t>
            </a:r>
            <a:r>
              <a:rPr lang="de-DE" dirty="0"/>
              <a:t>, Server antwortet mit </a:t>
            </a:r>
            <a:r>
              <a:rPr lang="de-DE" b="1" dirty="0"/>
              <a:t>PONG 1</a:t>
            </a:r>
            <a:endParaRPr lang="de-DE" dirty="0"/>
          </a:p>
          <a:p>
            <a:pPr>
              <a:buFont typeface="+mj-lt"/>
              <a:buAutoNum type="arabicPeriod"/>
            </a:pPr>
            <a:r>
              <a:rPr lang="de-DE" b="1" dirty="0"/>
              <a:t>Simulierter Netzwerkausfall:</a:t>
            </a:r>
            <a:r>
              <a:rPr lang="de-DE" dirty="0"/>
              <a:t> Client wird für 6 s vom Docker-Netz getrennt</a:t>
            </a:r>
          </a:p>
          <a:p>
            <a:pPr>
              <a:buFont typeface="+mj-lt"/>
              <a:buAutoNum type="arabicPeriod"/>
            </a:pPr>
            <a:r>
              <a:rPr lang="de-DE" b="1" dirty="0" err="1"/>
              <a:t>Reconnect</a:t>
            </a:r>
            <a:r>
              <a:rPr lang="de-DE" b="1" dirty="0"/>
              <a:t>:</a:t>
            </a:r>
            <a:r>
              <a:rPr lang="de-DE" dirty="0"/>
              <a:t> Client wird mit derselben IP wieder verbunden</a:t>
            </a:r>
          </a:p>
          <a:p>
            <a:pPr>
              <a:buFont typeface="+mj-lt"/>
              <a:buAutoNum type="arabicPeriod"/>
            </a:pPr>
            <a:r>
              <a:rPr lang="de-DE" dirty="0"/>
              <a:t>Client sendet </a:t>
            </a:r>
            <a:r>
              <a:rPr lang="de-DE" b="1" dirty="0"/>
              <a:t>PING 2</a:t>
            </a:r>
            <a:r>
              <a:rPr lang="de-DE" dirty="0"/>
              <a:t>, Server antwortet mit </a:t>
            </a:r>
            <a:r>
              <a:rPr lang="de-DE" b="1" dirty="0"/>
              <a:t>PONG 2</a:t>
            </a:r>
            <a:endParaRPr lang="de-DE" dirty="0"/>
          </a:p>
          <a:p>
            <a:endParaRPr lang="de-DE" dirty="0"/>
          </a:p>
          <a:p>
            <a:r>
              <a:rPr lang="de-DE" b="1" dirty="0"/>
              <a:t>Ziel des Tests:</a:t>
            </a:r>
          </a:p>
          <a:p>
            <a:pPr marL="528066" lvl="1" indent="-171450">
              <a:buFont typeface="Arial" panose="020B0604020202020204" pitchFamily="34" charset="0"/>
              <a:buChar char="•"/>
            </a:pPr>
            <a:r>
              <a:rPr lang="de-DE" dirty="0"/>
              <a:t>Netzwerkunterbrechung wird simuliert</a:t>
            </a:r>
          </a:p>
          <a:p>
            <a:pPr marL="528066" lvl="1" indent="-171450">
              <a:buFont typeface="Arial" panose="020B0604020202020204" pitchFamily="34" charset="0"/>
              <a:buChar char="•"/>
            </a:pPr>
            <a:r>
              <a:rPr lang="de-DE" dirty="0"/>
              <a:t>RPC-Client soll nach Netzwerkausfall erneut kommunizieren</a:t>
            </a:r>
          </a:p>
          <a:p>
            <a:pPr marL="528066" lvl="1" indent="-171450">
              <a:buFont typeface="Arial" panose="020B0604020202020204" pitchFamily="34" charset="0"/>
              <a:buChar char="•"/>
            </a:pPr>
            <a:r>
              <a:rPr lang="de-DE" dirty="0"/>
              <a:t>Kein Neustart, gleiche IP-Adresse</a:t>
            </a:r>
          </a:p>
          <a:p>
            <a:pPr marL="528066" lvl="1" indent="-171450">
              <a:buFont typeface="Arial" panose="020B0604020202020204" pitchFamily="34" charset="0"/>
              <a:buChar char="•"/>
            </a:pPr>
            <a:r>
              <a:rPr lang="de-DE" dirty="0"/>
              <a:t>Erfolgreiche 2. RPC-Anfrage nach </a:t>
            </a:r>
            <a:r>
              <a:rPr lang="de-DE" dirty="0" err="1"/>
              <a:t>Reconnect</a:t>
            </a:r>
            <a:endParaRPr lang="de-DE" b="1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---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03599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Testablauf:</a:t>
            </a:r>
          </a:p>
          <a:p>
            <a:pPr>
              <a:buFont typeface="+mj-lt"/>
              <a:buAutoNum type="arabicPeriod"/>
            </a:pPr>
            <a:r>
              <a:rPr lang="de-DE" b="1" dirty="0"/>
              <a:t>Start</a:t>
            </a:r>
            <a:r>
              <a:rPr lang="de-DE" dirty="0"/>
              <a:t> von Server und Client </a:t>
            </a:r>
          </a:p>
          <a:p>
            <a:pPr>
              <a:buFont typeface="+mj-lt"/>
              <a:buAutoNum type="arabicPeriod"/>
            </a:pPr>
            <a:r>
              <a:rPr lang="de-DE" dirty="0"/>
              <a:t>Client sendet </a:t>
            </a:r>
            <a:r>
              <a:rPr lang="de-DE" b="1" dirty="0"/>
              <a:t>PING 1</a:t>
            </a:r>
            <a:r>
              <a:rPr lang="de-DE" dirty="0"/>
              <a:t>, Server antwortet mit </a:t>
            </a:r>
            <a:r>
              <a:rPr lang="de-DE" b="1" dirty="0"/>
              <a:t>PONG 1</a:t>
            </a:r>
            <a:endParaRPr lang="de-DE" dirty="0"/>
          </a:p>
          <a:p>
            <a:pPr>
              <a:buFont typeface="+mj-lt"/>
              <a:buAutoNum type="arabicPeriod"/>
            </a:pPr>
            <a:r>
              <a:rPr lang="de-DE" b="1" dirty="0"/>
              <a:t>Simulierter Netzwerkausfall:</a:t>
            </a:r>
            <a:r>
              <a:rPr lang="de-DE" dirty="0"/>
              <a:t> Client wird für 6 s vom Docker-Netz getrennt</a:t>
            </a:r>
          </a:p>
          <a:p>
            <a:pPr>
              <a:buFont typeface="+mj-lt"/>
              <a:buAutoNum type="arabicPeriod"/>
            </a:pPr>
            <a:r>
              <a:rPr lang="de-DE" b="1" dirty="0" err="1"/>
              <a:t>Reconnect</a:t>
            </a:r>
            <a:r>
              <a:rPr lang="de-DE" b="1" dirty="0"/>
              <a:t>:</a:t>
            </a:r>
            <a:r>
              <a:rPr lang="de-DE" dirty="0"/>
              <a:t> Client wird mit derselben IP wieder verbunden</a:t>
            </a:r>
          </a:p>
          <a:p>
            <a:pPr>
              <a:buFont typeface="+mj-lt"/>
              <a:buAutoNum type="arabicPeriod"/>
            </a:pPr>
            <a:r>
              <a:rPr lang="de-DE" dirty="0"/>
              <a:t>Client sendet </a:t>
            </a:r>
            <a:r>
              <a:rPr lang="de-DE" b="1" dirty="0"/>
              <a:t>PING 2</a:t>
            </a:r>
            <a:r>
              <a:rPr lang="de-DE" dirty="0"/>
              <a:t>, Server antwortet mit </a:t>
            </a:r>
            <a:r>
              <a:rPr lang="de-DE" b="1" dirty="0"/>
              <a:t>PONG 2</a:t>
            </a:r>
            <a:endParaRPr lang="de-DE" dirty="0"/>
          </a:p>
          <a:p>
            <a:endParaRPr lang="de-DE" dirty="0"/>
          </a:p>
          <a:p>
            <a:r>
              <a:rPr lang="de-DE" b="1" dirty="0"/>
              <a:t>Ziel des Tests:</a:t>
            </a:r>
          </a:p>
          <a:p>
            <a:pPr marL="528066" lvl="1" indent="-171450">
              <a:buFont typeface="Arial" panose="020B0604020202020204" pitchFamily="34" charset="0"/>
              <a:buChar char="•"/>
            </a:pPr>
            <a:r>
              <a:rPr lang="de-DE" dirty="0"/>
              <a:t>Netzwerkunterbrechung wird simuliert</a:t>
            </a:r>
          </a:p>
          <a:p>
            <a:pPr marL="528066" lvl="1" indent="-171450">
              <a:buFont typeface="Arial" panose="020B0604020202020204" pitchFamily="34" charset="0"/>
              <a:buChar char="•"/>
            </a:pPr>
            <a:r>
              <a:rPr lang="de-DE" dirty="0"/>
              <a:t>RPC-Client soll nach Netzwerkausfall erneut kommunizieren</a:t>
            </a:r>
          </a:p>
          <a:p>
            <a:pPr marL="528066" lvl="1" indent="-171450">
              <a:buFont typeface="Arial" panose="020B0604020202020204" pitchFamily="34" charset="0"/>
              <a:buChar char="•"/>
            </a:pPr>
            <a:r>
              <a:rPr lang="de-DE" dirty="0"/>
              <a:t>Kein Neustart, gleiche IP-Adresse</a:t>
            </a:r>
          </a:p>
          <a:p>
            <a:pPr marL="528066" lvl="1" indent="-171450">
              <a:buFont typeface="Arial" panose="020B0604020202020204" pitchFamily="34" charset="0"/>
              <a:buChar char="•"/>
            </a:pPr>
            <a:r>
              <a:rPr lang="de-DE" dirty="0"/>
              <a:t>Erfolgreiche 2. RPC-Anfrage nach </a:t>
            </a:r>
            <a:r>
              <a:rPr lang="de-DE" dirty="0" err="1"/>
              <a:t>Reconnect</a:t>
            </a:r>
            <a:endParaRPr lang="de-DE" b="1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---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68987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Testablauf:</a:t>
            </a:r>
          </a:p>
          <a:p>
            <a:pPr>
              <a:buFont typeface="+mj-lt"/>
              <a:buAutoNum type="arabicPeriod"/>
            </a:pPr>
            <a:r>
              <a:rPr lang="de-DE" b="1" dirty="0"/>
              <a:t>Start</a:t>
            </a:r>
            <a:r>
              <a:rPr lang="de-DE" dirty="0"/>
              <a:t> von Server und Client </a:t>
            </a:r>
          </a:p>
          <a:p>
            <a:pPr>
              <a:buFont typeface="+mj-lt"/>
              <a:buAutoNum type="arabicPeriod"/>
            </a:pPr>
            <a:r>
              <a:rPr lang="de-DE" dirty="0"/>
              <a:t>Client sendet </a:t>
            </a:r>
            <a:r>
              <a:rPr lang="de-DE" b="1" dirty="0"/>
              <a:t>PING 1</a:t>
            </a:r>
            <a:r>
              <a:rPr lang="de-DE" dirty="0"/>
              <a:t>, Server antwortet mit </a:t>
            </a:r>
            <a:r>
              <a:rPr lang="de-DE" b="1" dirty="0"/>
              <a:t>PONG 1</a:t>
            </a:r>
            <a:endParaRPr lang="de-DE" dirty="0"/>
          </a:p>
          <a:p>
            <a:pPr>
              <a:buFont typeface="+mj-lt"/>
              <a:buAutoNum type="arabicPeriod"/>
            </a:pPr>
            <a:r>
              <a:rPr lang="de-DE" b="1" dirty="0"/>
              <a:t>Simulierter Netzwerkausfall:</a:t>
            </a:r>
            <a:r>
              <a:rPr lang="de-DE" dirty="0"/>
              <a:t> Client wird für 6 s vom Docker-Netz getrennt</a:t>
            </a:r>
          </a:p>
          <a:p>
            <a:pPr>
              <a:buFont typeface="+mj-lt"/>
              <a:buAutoNum type="arabicPeriod"/>
            </a:pPr>
            <a:r>
              <a:rPr lang="de-DE" b="1" dirty="0" err="1"/>
              <a:t>Reconnect</a:t>
            </a:r>
            <a:r>
              <a:rPr lang="de-DE" b="1" dirty="0"/>
              <a:t>:</a:t>
            </a:r>
            <a:r>
              <a:rPr lang="de-DE" dirty="0"/>
              <a:t> Client wird mit derselben IP wieder verbunden</a:t>
            </a:r>
          </a:p>
          <a:p>
            <a:pPr>
              <a:buFont typeface="+mj-lt"/>
              <a:buAutoNum type="arabicPeriod"/>
            </a:pPr>
            <a:r>
              <a:rPr lang="de-DE" dirty="0"/>
              <a:t>Client sendet </a:t>
            </a:r>
            <a:r>
              <a:rPr lang="de-DE" b="1" dirty="0"/>
              <a:t>PING 2</a:t>
            </a:r>
            <a:r>
              <a:rPr lang="de-DE" dirty="0"/>
              <a:t>, Server antwortet mit </a:t>
            </a:r>
            <a:r>
              <a:rPr lang="de-DE" b="1" dirty="0"/>
              <a:t>PONG 2</a:t>
            </a:r>
            <a:endParaRPr lang="de-DE" dirty="0"/>
          </a:p>
          <a:p>
            <a:endParaRPr lang="de-DE" dirty="0"/>
          </a:p>
          <a:p>
            <a:r>
              <a:rPr lang="de-DE" b="1" dirty="0"/>
              <a:t>Ziel des Tests:</a:t>
            </a:r>
          </a:p>
          <a:p>
            <a:pPr marL="528066" lvl="1" indent="-171450">
              <a:buFont typeface="Arial" panose="020B0604020202020204" pitchFamily="34" charset="0"/>
              <a:buChar char="•"/>
            </a:pPr>
            <a:r>
              <a:rPr lang="de-DE" dirty="0"/>
              <a:t>Netzwerkunterbrechung wird simuliert</a:t>
            </a:r>
          </a:p>
          <a:p>
            <a:pPr marL="528066" lvl="1" indent="-171450">
              <a:buFont typeface="Arial" panose="020B0604020202020204" pitchFamily="34" charset="0"/>
              <a:buChar char="•"/>
            </a:pPr>
            <a:r>
              <a:rPr lang="de-DE" dirty="0"/>
              <a:t>RPC-Client soll nach Netzwerkausfall erneut kommunizieren</a:t>
            </a:r>
          </a:p>
          <a:p>
            <a:pPr marL="528066" lvl="1" indent="-171450">
              <a:buFont typeface="Arial" panose="020B0604020202020204" pitchFamily="34" charset="0"/>
              <a:buChar char="•"/>
            </a:pPr>
            <a:r>
              <a:rPr lang="de-DE" dirty="0"/>
              <a:t>Kein Neustart, gleiche IP-Adresse</a:t>
            </a:r>
          </a:p>
          <a:p>
            <a:pPr marL="528066" lvl="1" indent="-171450">
              <a:buFont typeface="Arial" panose="020B0604020202020204" pitchFamily="34" charset="0"/>
              <a:buChar char="•"/>
            </a:pPr>
            <a:r>
              <a:rPr lang="de-DE" dirty="0"/>
              <a:t>Erfolgreiche 2. RPC-Anfrage nach </a:t>
            </a:r>
            <a:r>
              <a:rPr lang="de-DE" dirty="0" err="1"/>
              <a:t>Reconnect</a:t>
            </a:r>
            <a:endParaRPr lang="de-DE" b="1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---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69521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Testablauf:</a:t>
            </a:r>
          </a:p>
          <a:p>
            <a:pPr>
              <a:buFont typeface="+mj-lt"/>
              <a:buAutoNum type="arabicPeriod"/>
            </a:pPr>
            <a:r>
              <a:rPr lang="de-DE" b="1" dirty="0"/>
              <a:t>Start</a:t>
            </a:r>
            <a:r>
              <a:rPr lang="de-DE" dirty="0"/>
              <a:t> von Server und Client </a:t>
            </a:r>
          </a:p>
          <a:p>
            <a:pPr>
              <a:buFont typeface="+mj-lt"/>
              <a:buAutoNum type="arabicPeriod"/>
            </a:pPr>
            <a:r>
              <a:rPr lang="de-DE" dirty="0"/>
              <a:t>Client sendet </a:t>
            </a:r>
            <a:r>
              <a:rPr lang="de-DE" b="1" dirty="0"/>
              <a:t>PING 1</a:t>
            </a:r>
            <a:r>
              <a:rPr lang="de-DE" dirty="0"/>
              <a:t>, Server antwortet mit </a:t>
            </a:r>
            <a:r>
              <a:rPr lang="de-DE" b="1" dirty="0"/>
              <a:t>PONG 1</a:t>
            </a:r>
            <a:endParaRPr lang="de-DE" dirty="0"/>
          </a:p>
          <a:p>
            <a:pPr>
              <a:buFont typeface="+mj-lt"/>
              <a:buAutoNum type="arabicPeriod"/>
            </a:pPr>
            <a:r>
              <a:rPr lang="de-DE" b="1" dirty="0"/>
              <a:t>Simulierter Netzwerkausfall:</a:t>
            </a:r>
            <a:r>
              <a:rPr lang="de-DE" dirty="0"/>
              <a:t> Client wird für 6 s vom Docker-Netz getrennt</a:t>
            </a:r>
          </a:p>
          <a:p>
            <a:pPr>
              <a:buFont typeface="+mj-lt"/>
              <a:buAutoNum type="arabicPeriod"/>
            </a:pPr>
            <a:r>
              <a:rPr lang="de-DE" b="1" dirty="0" err="1"/>
              <a:t>Reconnect</a:t>
            </a:r>
            <a:r>
              <a:rPr lang="de-DE" b="1" dirty="0"/>
              <a:t>:</a:t>
            </a:r>
            <a:r>
              <a:rPr lang="de-DE" dirty="0"/>
              <a:t> Client wird mit derselben IP wieder verbunden</a:t>
            </a:r>
          </a:p>
          <a:p>
            <a:pPr>
              <a:buFont typeface="+mj-lt"/>
              <a:buAutoNum type="arabicPeriod"/>
            </a:pPr>
            <a:r>
              <a:rPr lang="de-DE" dirty="0"/>
              <a:t>Client sendet </a:t>
            </a:r>
            <a:r>
              <a:rPr lang="de-DE" b="1" dirty="0"/>
              <a:t>PING 2</a:t>
            </a:r>
            <a:r>
              <a:rPr lang="de-DE" dirty="0"/>
              <a:t>, Server antwortet mit </a:t>
            </a:r>
            <a:r>
              <a:rPr lang="de-DE" b="1" dirty="0"/>
              <a:t>PONG 2</a:t>
            </a:r>
            <a:endParaRPr lang="de-DE" dirty="0"/>
          </a:p>
          <a:p>
            <a:endParaRPr lang="de-DE" dirty="0"/>
          </a:p>
          <a:p>
            <a:r>
              <a:rPr lang="de-DE" b="1" dirty="0"/>
              <a:t>Ziel des Tests:</a:t>
            </a:r>
          </a:p>
          <a:p>
            <a:pPr marL="528066" lvl="1" indent="-171450">
              <a:buFont typeface="Arial" panose="020B0604020202020204" pitchFamily="34" charset="0"/>
              <a:buChar char="•"/>
            </a:pPr>
            <a:r>
              <a:rPr lang="de-DE" dirty="0"/>
              <a:t>Netzwerkunterbrechung wird simuliert</a:t>
            </a:r>
          </a:p>
          <a:p>
            <a:pPr marL="528066" lvl="1" indent="-171450">
              <a:buFont typeface="Arial" panose="020B0604020202020204" pitchFamily="34" charset="0"/>
              <a:buChar char="•"/>
            </a:pPr>
            <a:r>
              <a:rPr lang="de-DE" dirty="0"/>
              <a:t>RPC-Client soll nach Netzwerkausfall erneut kommunizieren</a:t>
            </a:r>
          </a:p>
          <a:p>
            <a:pPr marL="528066" lvl="1" indent="-171450">
              <a:buFont typeface="Arial" panose="020B0604020202020204" pitchFamily="34" charset="0"/>
              <a:buChar char="•"/>
            </a:pPr>
            <a:r>
              <a:rPr lang="de-DE" dirty="0"/>
              <a:t>Kein Neustart, gleiche IP-Adresse</a:t>
            </a:r>
          </a:p>
          <a:p>
            <a:pPr marL="528066" lvl="1" indent="-171450">
              <a:buFont typeface="Arial" panose="020B0604020202020204" pitchFamily="34" charset="0"/>
              <a:buChar char="•"/>
            </a:pPr>
            <a:r>
              <a:rPr lang="de-DE" dirty="0"/>
              <a:t>Erfolgreiche 2. RPC-Anfrage nach </a:t>
            </a:r>
            <a:r>
              <a:rPr lang="de-DE" dirty="0" err="1"/>
              <a:t>Reconnect</a:t>
            </a:r>
            <a:endParaRPr lang="de-DE" b="1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---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78404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91769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DE" sz="1200" b="1" dirty="0"/>
              <a:t>Ablauf: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200" dirty="0"/>
              <a:t>  Bei jedem Push ins </a:t>
            </a:r>
            <a:r>
              <a:rPr lang="de-DE" sz="1200" dirty="0" err="1"/>
              <a:t>eCAL</a:t>
            </a:r>
            <a:r>
              <a:rPr lang="de-DE" sz="1200" dirty="0"/>
              <a:t>-Repo: Tests automatisch getriggert 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200" dirty="0"/>
              <a:t>  Containerisierte Ausführung der Tests 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200" dirty="0"/>
              <a:t>  Reports werden über GitHub Pages bereitgestellt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de-DE" sz="1200" b="1" dirty="0"/>
          </a:p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de-DE" sz="1200" b="1" dirty="0"/>
              <a:t> Automatisierter Workflow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200" b="1" dirty="0" err="1"/>
              <a:t>eCAL</a:t>
            </a:r>
            <a:r>
              <a:rPr lang="de-DE" sz="1200" b="1" dirty="0"/>
              <a:t> Repository löst Test-Trigger aus 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200" b="1" dirty="0" err="1"/>
              <a:t>ecal</a:t>
            </a:r>
            <a:r>
              <a:rPr lang="de-DE" sz="1200" b="1" dirty="0"/>
              <a:t>-test-suite führt Tests containerbasiert aus 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200" b="1" dirty="0"/>
              <a:t>Ergebnisstatus (</a:t>
            </a:r>
            <a:r>
              <a:rPr lang="de-DE" sz="1200" b="1" dirty="0" err="1"/>
              <a:t>Success</a:t>
            </a:r>
            <a:r>
              <a:rPr lang="de-DE" sz="1200" b="1" dirty="0"/>
              <a:t>/</a:t>
            </a:r>
            <a:r>
              <a:rPr lang="de-DE" sz="1200" b="1" dirty="0" err="1"/>
              <a:t>Failure</a:t>
            </a:r>
            <a:r>
              <a:rPr lang="de-DE" sz="1200" b="1" dirty="0"/>
              <a:t>) wird zurückgemeldet 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200" b="1" dirty="0"/>
              <a:t>Reports werden auf GitHub Pages veröffentlicht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85680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200" b="1" dirty="0"/>
              <a:t>Webinterface mit Testhistorie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200" dirty="0"/>
              <a:t>Jeder Testlauf ist nachvollziehbar mit </a:t>
            </a:r>
            <a:r>
              <a:rPr lang="de-DE" sz="1200" b="1" dirty="0"/>
              <a:t>Zeitstempel</a:t>
            </a:r>
            <a:r>
              <a:rPr lang="de-DE" sz="1200" dirty="0"/>
              <a:t> &amp; </a:t>
            </a:r>
            <a:r>
              <a:rPr lang="de-DE" sz="1200" b="1" dirty="0"/>
              <a:t>Commit-hash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200" dirty="0"/>
              <a:t>Direkter Zugriff auf `log.html`, `report.html`, `output.xml`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39850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## Detaillierter Testreport</a:t>
            </a:r>
          </a:p>
          <a:p>
            <a:endParaRPr lang="de-DE" dirty="0"/>
          </a:p>
          <a:p>
            <a:r>
              <a:rPr lang="de-DE" dirty="0"/>
              <a:t>- Übersicht aller ausgeführten Tests  </a:t>
            </a:r>
          </a:p>
          <a:p>
            <a:r>
              <a:rPr lang="de-DE" dirty="0"/>
              <a:t>- Visualisierte Pass/Fail-Status pro Test  </a:t>
            </a:r>
          </a:p>
          <a:p>
            <a:r>
              <a:rPr lang="de-DE" dirty="0"/>
              <a:t>- Statistiken, Laufzeiten, Konsolenausgabe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5117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 wurden über 30 Testszenarien getestet – 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inkls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Verschiedne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Permutationen</a:t>
            </a:r>
          </a:p>
          <a:p>
            <a:endParaRPr kumimoji="0" lang="de-DE" alt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Kommunikationsmuster</a:t>
            </a:r>
            <a:b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Transportmechanismen: 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75197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400" dirty="0"/>
              <a:t>Ziel: </a:t>
            </a:r>
            <a:r>
              <a:rPr lang="de-DE" sz="1400" b="1" dirty="0"/>
              <a:t>Testkonzept für IPC-Middleware </a:t>
            </a:r>
            <a:r>
              <a:rPr lang="de-DE" sz="1400" dirty="0"/>
              <a:t>entwickeln – am Beispiel </a:t>
            </a:r>
            <a:r>
              <a:rPr lang="de-DE" sz="1400" b="1" dirty="0" err="1"/>
              <a:t>eCAL</a:t>
            </a:r>
            <a:r>
              <a:rPr lang="de-DE" sz="1400" b="1" dirty="0"/>
              <a:t> Demonstrieren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400" dirty="0"/>
              <a:t>Umsetzung mit </a:t>
            </a:r>
            <a:r>
              <a:rPr lang="de-DE" sz="1400" b="1" dirty="0"/>
              <a:t>Docker</a:t>
            </a:r>
            <a:r>
              <a:rPr lang="de-DE" sz="1400" dirty="0"/>
              <a:t> + </a:t>
            </a:r>
            <a:r>
              <a:rPr lang="de-DE" sz="1400" b="1" dirty="0"/>
              <a:t>Robot</a:t>
            </a:r>
            <a:r>
              <a:rPr lang="de-DE" sz="1400" dirty="0"/>
              <a:t> </a:t>
            </a:r>
            <a:r>
              <a:rPr lang="de-DE" sz="1400" b="1" dirty="0"/>
              <a:t>Framework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400" dirty="0"/>
              <a:t>Der Fokus der Arbeit lag auf </a:t>
            </a:r>
            <a:r>
              <a:rPr lang="de-DE" sz="1400" b="1" dirty="0"/>
              <a:t>automatisierbare</a:t>
            </a:r>
            <a:r>
              <a:rPr lang="de-DE" sz="1400" dirty="0"/>
              <a:t>, </a:t>
            </a:r>
            <a:r>
              <a:rPr lang="de-DE" sz="1400" b="1" dirty="0"/>
              <a:t>wiederholbare</a:t>
            </a:r>
            <a:r>
              <a:rPr lang="de-DE" sz="1400" dirty="0"/>
              <a:t> Tests</a:t>
            </a:r>
            <a:endParaRPr lang="de-DE" sz="1400" b="1" dirty="0"/>
          </a:p>
          <a:p>
            <a:pPr>
              <a:spcAft>
                <a:spcPts val="600"/>
              </a:spcAft>
            </a:pPr>
            <a:endParaRPr lang="de-DE" sz="1400" b="1" dirty="0"/>
          </a:p>
          <a:p>
            <a:pPr>
              <a:spcAft>
                <a:spcPts val="600"/>
              </a:spcAft>
            </a:pPr>
            <a:r>
              <a:rPr lang="de-DE" sz="1400" b="1" dirty="0"/>
              <a:t>Potenzial für Erweiterungen:</a:t>
            </a:r>
          </a:p>
          <a:p>
            <a:pPr marL="642366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400" b="1" dirty="0"/>
              <a:t>Performanz</a:t>
            </a:r>
            <a:r>
              <a:rPr lang="de-DE" sz="1400" dirty="0"/>
              <a:t> Messung (Latenz, </a:t>
            </a:r>
            <a:r>
              <a:rPr lang="de-DE" sz="1400" dirty="0" err="1"/>
              <a:t>Jitter</a:t>
            </a:r>
            <a:r>
              <a:rPr lang="de-DE" sz="1400" dirty="0"/>
              <a:t>, Durchsatz)</a:t>
            </a:r>
          </a:p>
          <a:p>
            <a:pPr marL="642366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400" b="1" dirty="0"/>
              <a:t>Sicherheitstests</a:t>
            </a:r>
            <a:r>
              <a:rPr lang="de-DE" sz="1400" dirty="0"/>
              <a:t>: z. B. unerlaubte Zugriffe, manipulierte Nachrichten, Spoofing</a:t>
            </a:r>
          </a:p>
          <a:p>
            <a:pPr marL="642366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400" dirty="0"/>
              <a:t>Tests unter </a:t>
            </a:r>
            <a:r>
              <a:rPr lang="de-DE" sz="1400" b="1" dirty="0"/>
              <a:t>hoher</a:t>
            </a:r>
            <a:r>
              <a:rPr lang="de-DE" sz="1400" dirty="0"/>
              <a:t> </a:t>
            </a:r>
            <a:r>
              <a:rPr lang="de-DE" sz="1400" b="1" dirty="0"/>
              <a:t>Last</a:t>
            </a:r>
            <a:r>
              <a:rPr lang="de-DE" sz="1400" dirty="0"/>
              <a:t> / viele Teilnehmer</a:t>
            </a:r>
          </a:p>
          <a:p>
            <a:pPr marL="642366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400" b="1" dirty="0"/>
              <a:t>Debugging</a:t>
            </a:r>
            <a:r>
              <a:rPr lang="de-DE" sz="1400" dirty="0"/>
              <a:t>: bessere Nachvollziehbarkeit bei Testfehlschlägen</a:t>
            </a:r>
          </a:p>
          <a:p>
            <a:pPr lvl="1">
              <a:spcAft>
                <a:spcPts val="600"/>
              </a:spcAft>
            </a:pPr>
            <a:r>
              <a:rPr lang="de-DE" sz="1400" dirty="0"/>
              <a:t>	(z. B. zentrale Logansicht, Event-Zeitleisten, Health-Checks)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95FA31-16AA-8C47-8738-8EA4110A0670}" type="slidenum">
              <a:rPr lang="de-DE" smtClean="0"/>
              <a:t>38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8511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rgbClr val="6638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40278" y="1828296"/>
            <a:ext cx="6858000" cy="813304"/>
          </a:xfrm>
        </p:spPr>
        <p:txBody>
          <a:bodyPr lIns="0" tIns="0" rIns="0" bIns="0" anchor="b" anchorCtr="0">
            <a:noAutofit/>
          </a:bodyPr>
          <a:lstStyle>
            <a:lvl1pPr algn="l">
              <a:defRPr sz="3200" b="1" i="0" cap="all" baseline="0">
                <a:solidFill>
                  <a:schemeClr val="bg1"/>
                </a:solidFill>
                <a:latin typeface="Barlow Semi Condensed" pitchFamily="2" charset="77"/>
                <a:cs typeface="Arial Black" panose="020B0604020202020204" pitchFamily="34" charset="0"/>
              </a:defRPr>
            </a:lvl1pPr>
          </a:lstStyle>
          <a:p>
            <a:r>
              <a:rPr lang="de-DE" dirty="0"/>
              <a:t>MASTERTITELFORMAT</a:t>
            </a:r>
            <a:br>
              <a:rPr lang="de-DE" dirty="0"/>
            </a:br>
            <a:r>
              <a:rPr lang="de-DE" dirty="0"/>
              <a:t>bearbeiten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0278" y="4319081"/>
            <a:ext cx="6858000" cy="86941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Barlow Semi Condensed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60895BC-27F4-D64B-91B6-A003EF8D76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8834" y="394078"/>
            <a:ext cx="2295727" cy="762145"/>
          </a:xfrm>
          <a:prstGeom prst="rect">
            <a:avLst/>
          </a:prstGeom>
        </p:spPr>
      </p:pic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8C0232A-5536-1447-B4DE-9936686222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40278" y="2742122"/>
            <a:ext cx="6858000" cy="845077"/>
          </a:xfrm>
        </p:spPr>
        <p:txBody>
          <a:bodyPr>
            <a:noAutofit/>
          </a:bodyPr>
          <a:lstStyle>
            <a:lvl1pPr marL="0" indent="0">
              <a:lnSpc>
                <a:spcPts val="3200"/>
              </a:lnSpc>
              <a:spcBef>
                <a:spcPts val="0"/>
              </a:spcBef>
              <a:buNone/>
              <a:defRPr sz="3200" b="0" i="0" cap="all" normalizeH="0" baseline="0">
                <a:solidFill>
                  <a:schemeClr val="bg1"/>
                </a:solidFill>
                <a:latin typeface="Barlow Semi Condensed" pitchFamily="2" charset="77"/>
              </a:defRPr>
            </a:lvl1pPr>
          </a:lstStyle>
          <a:p>
            <a:r>
              <a:rPr lang="de-DE" dirty="0"/>
              <a:t>MASTERTEXTFORMAT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7031814C-72BE-7C4D-A339-01CF8C45F33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887569" y="179635"/>
            <a:ext cx="5008433" cy="5322187"/>
            <a:chOff x="2134" y="2246"/>
            <a:chExt cx="862" cy="916"/>
          </a:xfrm>
          <a:solidFill>
            <a:schemeClr val="tx1">
              <a:alpha val="10000"/>
            </a:schemeClr>
          </a:solidFill>
        </p:grpSpPr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A0607325-D713-3C4C-8C5B-D99726B43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2" y="2245"/>
              <a:ext cx="865" cy="918"/>
            </a:xfrm>
            <a:custGeom>
              <a:avLst/>
              <a:gdLst>
                <a:gd name="T0" fmla="*/ 3498 w 3817"/>
                <a:gd name="T1" fmla="*/ 455 h 4052"/>
                <a:gd name="T2" fmla="*/ 3469 w 3817"/>
                <a:gd name="T3" fmla="*/ 706 h 4052"/>
                <a:gd name="T4" fmla="*/ 2731 w 3817"/>
                <a:gd name="T5" fmla="*/ 799 h 4052"/>
                <a:gd name="T6" fmla="*/ 2916 w 3817"/>
                <a:gd name="T7" fmla="*/ 534 h 4052"/>
                <a:gd name="T8" fmla="*/ 2385 w 3817"/>
                <a:gd name="T9" fmla="*/ 479 h 4052"/>
                <a:gd name="T10" fmla="*/ 2588 w 3817"/>
                <a:gd name="T11" fmla="*/ 309 h 4052"/>
                <a:gd name="T12" fmla="*/ 2654 w 3817"/>
                <a:gd name="T13" fmla="*/ 375 h 4052"/>
                <a:gd name="T14" fmla="*/ 2972 w 3817"/>
                <a:gd name="T15" fmla="*/ 238 h 4052"/>
                <a:gd name="T16" fmla="*/ 2945 w 3817"/>
                <a:gd name="T17" fmla="*/ 8 h 4052"/>
                <a:gd name="T18" fmla="*/ 1888 w 3817"/>
                <a:gd name="T19" fmla="*/ 63 h 4052"/>
                <a:gd name="T20" fmla="*/ 1653 w 3817"/>
                <a:gd name="T21" fmla="*/ 106 h 4052"/>
                <a:gd name="T22" fmla="*/ 1515 w 3817"/>
                <a:gd name="T23" fmla="*/ 693 h 4052"/>
                <a:gd name="T24" fmla="*/ 1727 w 3817"/>
                <a:gd name="T25" fmla="*/ 2094 h 4052"/>
                <a:gd name="T26" fmla="*/ 1013 w 3817"/>
                <a:gd name="T27" fmla="*/ 1857 h 4052"/>
                <a:gd name="T28" fmla="*/ 1013 w 3817"/>
                <a:gd name="T29" fmla="*/ 957 h 4052"/>
                <a:gd name="T30" fmla="*/ 11 w 3817"/>
                <a:gd name="T31" fmla="*/ 928 h 4052"/>
                <a:gd name="T32" fmla="*/ 230 w 3817"/>
                <a:gd name="T33" fmla="*/ 1351 h 4052"/>
                <a:gd name="T34" fmla="*/ 301 w 3817"/>
                <a:gd name="T35" fmla="*/ 1166 h 4052"/>
                <a:gd name="T36" fmla="*/ 497 w 3817"/>
                <a:gd name="T37" fmla="*/ 674 h 4052"/>
                <a:gd name="T38" fmla="*/ 801 w 3817"/>
                <a:gd name="T39" fmla="*/ 1857 h 4052"/>
                <a:gd name="T40" fmla="*/ 1143 w 3817"/>
                <a:gd name="T41" fmla="*/ 3077 h 4052"/>
                <a:gd name="T42" fmla="*/ 1341 w 3817"/>
                <a:gd name="T43" fmla="*/ 4024 h 4052"/>
                <a:gd name="T44" fmla="*/ 1992 w 3817"/>
                <a:gd name="T45" fmla="*/ 4051 h 4052"/>
                <a:gd name="T46" fmla="*/ 2018 w 3817"/>
                <a:gd name="T47" fmla="*/ 3971 h 4052"/>
                <a:gd name="T48" fmla="*/ 1627 w 3817"/>
                <a:gd name="T49" fmla="*/ 3733 h 4052"/>
                <a:gd name="T50" fmla="*/ 1465 w 3817"/>
                <a:gd name="T51" fmla="*/ 3495 h 4052"/>
                <a:gd name="T52" fmla="*/ 1941 w 3817"/>
                <a:gd name="T53" fmla="*/ 3072 h 4052"/>
                <a:gd name="T54" fmla="*/ 2125 w 3817"/>
                <a:gd name="T55" fmla="*/ 3495 h 4052"/>
                <a:gd name="T56" fmla="*/ 2676 w 3817"/>
                <a:gd name="T57" fmla="*/ 4051 h 4052"/>
                <a:gd name="T58" fmla="*/ 3260 w 3817"/>
                <a:gd name="T59" fmla="*/ 4024 h 4052"/>
                <a:gd name="T60" fmla="*/ 3022 w 3817"/>
                <a:gd name="T61" fmla="*/ 3733 h 4052"/>
                <a:gd name="T62" fmla="*/ 2768 w 3817"/>
                <a:gd name="T63" fmla="*/ 3712 h 4052"/>
                <a:gd name="T64" fmla="*/ 2810 w 3817"/>
                <a:gd name="T65" fmla="*/ 3178 h 4052"/>
                <a:gd name="T66" fmla="*/ 2861 w 3817"/>
                <a:gd name="T67" fmla="*/ 2234 h 4052"/>
                <a:gd name="T68" fmla="*/ 3784 w 3817"/>
                <a:gd name="T69" fmla="*/ 2080 h 4052"/>
                <a:gd name="T70" fmla="*/ 3816 w 3817"/>
                <a:gd name="T71" fmla="*/ 1460 h 4052"/>
                <a:gd name="T72" fmla="*/ 3736 w 3817"/>
                <a:gd name="T73" fmla="*/ 1433 h 4052"/>
                <a:gd name="T74" fmla="*/ 3498 w 3817"/>
                <a:gd name="T75" fmla="*/ 1777 h 4052"/>
                <a:gd name="T76" fmla="*/ 3112 w 3817"/>
                <a:gd name="T77" fmla="*/ 1804 h 4052"/>
                <a:gd name="T78" fmla="*/ 3154 w 3817"/>
                <a:gd name="T79" fmla="*/ 1539 h 4052"/>
                <a:gd name="T80" fmla="*/ 3816 w 3817"/>
                <a:gd name="T81" fmla="*/ 857 h 4052"/>
                <a:gd name="T82" fmla="*/ 3789 w 3817"/>
                <a:gd name="T83" fmla="*/ 217 h 4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817" h="4052">
                  <a:moveTo>
                    <a:pt x="3736" y="217"/>
                  </a:moveTo>
                  <a:cubicBezTo>
                    <a:pt x="3604" y="217"/>
                    <a:pt x="3498" y="322"/>
                    <a:pt x="3498" y="455"/>
                  </a:cubicBezTo>
                  <a:cubicBezTo>
                    <a:pt x="3498" y="523"/>
                    <a:pt x="3498" y="590"/>
                    <a:pt x="3498" y="658"/>
                  </a:cubicBezTo>
                  <a:cubicBezTo>
                    <a:pt x="3498" y="680"/>
                    <a:pt x="3488" y="698"/>
                    <a:pt x="3469" y="706"/>
                  </a:cubicBezTo>
                  <a:cubicBezTo>
                    <a:pt x="3289" y="792"/>
                    <a:pt x="3108" y="878"/>
                    <a:pt x="2927" y="965"/>
                  </a:cubicBezTo>
                  <a:cubicBezTo>
                    <a:pt x="2826" y="851"/>
                    <a:pt x="2797" y="854"/>
                    <a:pt x="2731" y="799"/>
                  </a:cubicBezTo>
                  <a:cubicBezTo>
                    <a:pt x="2834" y="799"/>
                    <a:pt x="2916" y="717"/>
                    <a:pt x="2916" y="613"/>
                  </a:cubicBezTo>
                  <a:cubicBezTo>
                    <a:pt x="2916" y="587"/>
                    <a:pt x="2916" y="560"/>
                    <a:pt x="2916" y="534"/>
                  </a:cubicBezTo>
                  <a:cubicBezTo>
                    <a:pt x="2775" y="534"/>
                    <a:pt x="2634" y="534"/>
                    <a:pt x="2493" y="534"/>
                  </a:cubicBezTo>
                  <a:cubicBezTo>
                    <a:pt x="2453" y="534"/>
                    <a:pt x="2411" y="516"/>
                    <a:pt x="2385" y="479"/>
                  </a:cubicBezTo>
                  <a:cubicBezTo>
                    <a:pt x="2353" y="436"/>
                    <a:pt x="2353" y="375"/>
                    <a:pt x="2382" y="330"/>
                  </a:cubicBezTo>
                  <a:cubicBezTo>
                    <a:pt x="2430" y="256"/>
                    <a:pt x="2530" y="251"/>
                    <a:pt x="2588" y="309"/>
                  </a:cubicBezTo>
                  <a:cubicBezTo>
                    <a:pt x="2610" y="331"/>
                    <a:pt x="2632" y="353"/>
                    <a:pt x="2654" y="375"/>
                  </a:cubicBezTo>
                  <a:lnTo>
                    <a:pt x="2654" y="375"/>
                  </a:lnTo>
                  <a:cubicBezTo>
                    <a:pt x="2691" y="412"/>
                    <a:pt x="2742" y="434"/>
                    <a:pt x="2800" y="428"/>
                  </a:cubicBezTo>
                  <a:cubicBezTo>
                    <a:pt x="2898" y="420"/>
                    <a:pt x="2972" y="336"/>
                    <a:pt x="2972" y="238"/>
                  </a:cubicBezTo>
                  <a:cubicBezTo>
                    <a:pt x="2972" y="170"/>
                    <a:pt x="2972" y="102"/>
                    <a:pt x="2972" y="34"/>
                  </a:cubicBezTo>
                  <a:cubicBezTo>
                    <a:pt x="2972" y="18"/>
                    <a:pt x="2961" y="8"/>
                    <a:pt x="2945" y="8"/>
                  </a:cubicBezTo>
                  <a:cubicBezTo>
                    <a:pt x="2689" y="8"/>
                    <a:pt x="2433" y="8"/>
                    <a:pt x="2176" y="8"/>
                  </a:cubicBezTo>
                  <a:cubicBezTo>
                    <a:pt x="2081" y="8"/>
                    <a:pt x="1981" y="26"/>
                    <a:pt x="1888" y="63"/>
                  </a:cubicBezTo>
                  <a:cubicBezTo>
                    <a:pt x="1862" y="24"/>
                    <a:pt x="1812" y="0"/>
                    <a:pt x="1759" y="8"/>
                  </a:cubicBezTo>
                  <a:cubicBezTo>
                    <a:pt x="1709" y="16"/>
                    <a:pt x="1664" y="55"/>
                    <a:pt x="1653" y="106"/>
                  </a:cubicBezTo>
                  <a:cubicBezTo>
                    <a:pt x="1642" y="145"/>
                    <a:pt x="1650" y="180"/>
                    <a:pt x="1669" y="209"/>
                  </a:cubicBezTo>
                  <a:cubicBezTo>
                    <a:pt x="1563" y="320"/>
                    <a:pt x="1497" y="479"/>
                    <a:pt x="1515" y="693"/>
                  </a:cubicBezTo>
                  <a:cubicBezTo>
                    <a:pt x="1550" y="1084"/>
                    <a:pt x="1783" y="1365"/>
                    <a:pt x="1833" y="1618"/>
                  </a:cubicBezTo>
                  <a:cubicBezTo>
                    <a:pt x="1854" y="1724"/>
                    <a:pt x="1865" y="1915"/>
                    <a:pt x="1727" y="2094"/>
                  </a:cubicBezTo>
                  <a:cubicBezTo>
                    <a:pt x="1616" y="2239"/>
                    <a:pt x="1465" y="2316"/>
                    <a:pt x="1362" y="2353"/>
                  </a:cubicBezTo>
                  <a:cubicBezTo>
                    <a:pt x="1158" y="2279"/>
                    <a:pt x="1013" y="2083"/>
                    <a:pt x="1013" y="1857"/>
                  </a:cubicBezTo>
                  <a:cubicBezTo>
                    <a:pt x="1013" y="1557"/>
                    <a:pt x="1013" y="1257"/>
                    <a:pt x="1013" y="957"/>
                  </a:cubicBezTo>
                  <a:lnTo>
                    <a:pt x="1013" y="957"/>
                  </a:lnTo>
                  <a:cubicBezTo>
                    <a:pt x="1008" y="674"/>
                    <a:pt x="770" y="447"/>
                    <a:pt x="481" y="463"/>
                  </a:cubicBezTo>
                  <a:cubicBezTo>
                    <a:pt x="233" y="476"/>
                    <a:pt x="26" y="680"/>
                    <a:pt x="11" y="928"/>
                  </a:cubicBezTo>
                  <a:cubicBezTo>
                    <a:pt x="0" y="1076"/>
                    <a:pt x="53" y="1216"/>
                    <a:pt x="156" y="1320"/>
                  </a:cubicBezTo>
                  <a:cubicBezTo>
                    <a:pt x="177" y="1341"/>
                    <a:pt x="203" y="1351"/>
                    <a:pt x="230" y="1351"/>
                  </a:cubicBezTo>
                  <a:cubicBezTo>
                    <a:pt x="256" y="1351"/>
                    <a:pt x="283" y="1341"/>
                    <a:pt x="301" y="1322"/>
                  </a:cubicBezTo>
                  <a:cubicBezTo>
                    <a:pt x="346" y="1280"/>
                    <a:pt x="344" y="1211"/>
                    <a:pt x="301" y="1166"/>
                  </a:cubicBezTo>
                  <a:cubicBezTo>
                    <a:pt x="243" y="1105"/>
                    <a:pt x="212" y="1023"/>
                    <a:pt x="220" y="936"/>
                  </a:cubicBezTo>
                  <a:cubicBezTo>
                    <a:pt x="233" y="793"/>
                    <a:pt x="354" y="680"/>
                    <a:pt x="497" y="674"/>
                  </a:cubicBezTo>
                  <a:cubicBezTo>
                    <a:pt x="664" y="666"/>
                    <a:pt x="801" y="801"/>
                    <a:pt x="801" y="965"/>
                  </a:cubicBezTo>
                  <a:cubicBezTo>
                    <a:pt x="801" y="1262"/>
                    <a:pt x="801" y="1559"/>
                    <a:pt x="801" y="1857"/>
                  </a:cubicBezTo>
                  <a:cubicBezTo>
                    <a:pt x="801" y="2160"/>
                    <a:pt x="987" y="2424"/>
                    <a:pt x="1251" y="2535"/>
                  </a:cubicBezTo>
                  <a:cubicBezTo>
                    <a:pt x="1248" y="2712"/>
                    <a:pt x="1232" y="2972"/>
                    <a:pt x="1143" y="3077"/>
                  </a:cubicBezTo>
                  <a:cubicBezTo>
                    <a:pt x="1037" y="3199"/>
                    <a:pt x="985" y="3180"/>
                    <a:pt x="907" y="3231"/>
                  </a:cubicBezTo>
                  <a:cubicBezTo>
                    <a:pt x="1051" y="3495"/>
                    <a:pt x="1196" y="3760"/>
                    <a:pt x="1341" y="4024"/>
                  </a:cubicBezTo>
                  <a:cubicBezTo>
                    <a:pt x="1352" y="4040"/>
                    <a:pt x="1367" y="4051"/>
                    <a:pt x="1389" y="4051"/>
                  </a:cubicBezTo>
                  <a:cubicBezTo>
                    <a:pt x="1590" y="4051"/>
                    <a:pt x="1791" y="4051"/>
                    <a:pt x="1992" y="4051"/>
                  </a:cubicBezTo>
                  <a:cubicBezTo>
                    <a:pt x="2007" y="4051"/>
                    <a:pt x="2018" y="4040"/>
                    <a:pt x="2018" y="4024"/>
                  </a:cubicBezTo>
                  <a:cubicBezTo>
                    <a:pt x="2018" y="4006"/>
                    <a:pt x="2018" y="3989"/>
                    <a:pt x="2018" y="3971"/>
                  </a:cubicBezTo>
                  <a:cubicBezTo>
                    <a:pt x="2018" y="3839"/>
                    <a:pt x="1912" y="3733"/>
                    <a:pt x="1780" y="3733"/>
                  </a:cubicBezTo>
                  <a:cubicBezTo>
                    <a:pt x="1729" y="3733"/>
                    <a:pt x="1678" y="3733"/>
                    <a:pt x="1627" y="3733"/>
                  </a:cubicBezTo>
                  <a:cubicBezTo>
                    <a:pt x="1608" y="3733"/>
                    <a:pt x="1590" y="3723"/>
                    <a:pt x="1582" y="3707"/>
                  </a:cubicBezTo>
                  <a:cubicBezTo>
                    <a:pt x="1543" y="3636"/>
                    <a:pt x="1504" y="3566"/>
                    <a:pt x="1465" y="3495"/>
                  </a:cubicBezTo>
                  <a:cubicBezTo>
                    <a:pt x="1571" y="3451"/>
                    <a:pt x="1658" y="3466"/>
                    <a:pt x="1783" y="3363"/>
                  </a:cubicBezTo>
                  <a:cubicBezTo>
                    <a:pt x="1907" y="3260"/>
                    <a:pt x="1888" y="3169"/>
                    <a:pt x="1941" y="3072"/>
                  </a:cubicBezTo>
                  <a:cubicBezTo>
                    <a:pt x="2032" y="3162"/>
                    <a:pt x="2205" y="3210"/>
                    <a:pt x="2213" y="3342"/>
                  </a:cubicBezTo>
                  <a:cubicBezTo>
                    <a:pt x="2218" y="3448"/>
                    <a:pt x="2155" y="3444"/>
                    <a:pt x="2125" y="3495"/>
                  </a:cubicBezTo>
                  <a:cubicBezTo>
                    <a:pt x="2297" y="3675"/>
                    <a:pt x="2468" y="3855"/>
                    <a:pt x="2639" y="4035"/>
                  </a:cubicBezTo>
                  <a:cubicBezTo>
                    <a:pt x="2649" y="4045"/>
                    <a:pt x="2662" y="4051"/>
                    <a:pt x="2676" y="4051"/>
                  </a:cubicBezTo>
                  <a:cubicBezTo>
                    <a:pt x="2862" y="4051"/>
                    <a:pt x="3048" y="4051"/>
                    <a:pt x="3234" y="4051"/>
                  </a:cubicBezTo>
                  <a:cubicBezTo>
                    <a:pt x="3250" y="4051"/>
                    <a:pt x="3260" y="4040"/>
                    <a:pt x="3260" y="4024"/>
                  </a:cubicBezTo>
                  <a:cubicBezTo>
                    <a:pt x="3260" y="4006"/>
                    <a:pt x="3260" y="3989"/>
                    <a:pt x="3260" y="3971"/>
                  </a:cubicBezTo>
                  <a:cubicBezTo>
                    <a:pt x="3260" y="3839"/>
                    <a:pt x="3154" y="3733"/>
                    <a:pt x="3022" y="3733"/>
                  </a:cubicBezTo>
                  <a:cubicBezTo>
                    <a:pt x="2952" y="3733"/>
                    <a:pt x="2881" y="3733"/>
                    <a:pt x="2810" y="3733"/>
                  </a:cubicBezTo>
                  <a:cubicBezTo>
                    <a:pt x="2795" y="3733"/>
                    <a:pt x="2776" y="3725"/>
                    <a:pt x="2768" y="3712"/>
                  </a:cubicBezTo>
                  <a:cubicBezTo>
                    <a:pt x="2730" y="3657"/>
                    <a:pt x="2691" y="3603"/>
                    <a:pt x="2652" y="3548"/>
                  </a:cubicBezTo>
                  <a:cubicBezTo>
                    <a:pt x="2705" y="3425"/>
                    <a:pt x="2810" y="3390"/>
                    <a:pt x="2810" y="3178"/>
                  </a:cubicBezTo>
                  <a:cubicBezTo>
                    <a:pt x="2810" y="2993"/>
                    <a:pt x="2599" y="2790"/>
                    <a:pt x="2493" y="2596"/>
                  </a:cubicBezTo>
                  <a:cubicBezTo>
                    <a:pt x="2616" y="2476"/>
                    <a:pt x="2686" y="2451"/>
                    <a:pt x="2861" y="2234"/>
                  </a:cubicBezTo>
                  <a:cubicBezTo>
                    <a:pt x="2906" y="2293"/>
                    <a:pt x="2951" y="2352"/>
                    <a:pt x="2996" y="2411"/>
                  </a:cubicBezTo>
                  <a:cubicBezTo>
                    <a:pt x="3259" y="2301"/>
                    <a:pt x="3521" y="2191"/>
                    <a:pt x="3784" y="2080"/>
                  </a:cubicBezTo>
                  <a:cubicBezTo>
                    <a:pt x="3802" y="2072"/>
                    <a:pt x="3816" y="2054"/>
                    <a:pt x="3816" y="2033"/>
                  </a:cubicBezTo>
                  <a:cubicBezTo>
                    <a:pt x="3816" y="1842"/>
                    <a:pt x="3816" y="1651"/>
                    <a:pt x="3816" y="1460"/>
                  </a:cubicBezTo>
                  <a:cubicBezTo>
                    <a:pt x="3816" y="1444"/>
                    <a:pt x="3805" y="1433"/>
                    <a:pt x="3789" y="1433"/>
                  </a:cubicBezTo>
                  <a:cubicBezTo>
                    <a:pt x="3771" y="1433"/>
                    <a:pt x="3754" y="1433"/>
                    <a:pt x="3736" y="1433"/>
                  </a:cubicBezTo>
                  <a:cubicBezTo>
                    <a:pt x="3604" y="1433"/>
                    <a:pt x="3498" y="1539"/>
                    <a:pt x="3498" y="1671"/>
                  </a:cubicBezTo>
                  <a:cubicBezTo>
                    <a:pt x="3498" y="1706"/>
                    <a:pt x="3498" y="1741"/>
                    <a:pt x="3498" y="1777"/>
                  </a:cubicBezTo>
                  <a:cubicBezTo>
                    <a:pt x="3498" y="1793"/>
                    <a:pt x="3488" y="1804"/>
                    <a:pt x="3472" y="1804"/>
                  </a:cubicBezTo>
                  <a:cubicBezTo>
                    <a:pt x="3352" y="1804"/>
                    <a:pt x="3232" y="1804"/>
                    <a:pt x="3112" y="1804"/>
                  </a:cubicBezTo>
                  <a:cubicBezTo>
                    <a:pt x="3138" y="1727"/>
                    <a:pt x="3154" y="1645"/>
                    <a:pt x="3154" y="1566"/>
                  </a:cubicBezTo>
                  <a:cubicBezTo>
                    <a:pt x="3154" y="1558"/>
                    <a:pt x="3154" y="1547"/>
                    <a:pt x="3154" y="1539"/>
                  </a:cubicBezTo>
                  <a:cubicBezTo>
                    <a:pt x="3370" y="1324"/>
                    <a:pt x="3585" y="1109"/>
                    <a:pt x="3800" y="894"/>
                  </a:cubicBezTo>
                  <a:cubicBezTo>
                    <a:pt x="3810" y="883"/>
                    <a:pt x="3816" y="870"/>
                    <a:pt x="3816" y="857"/>
                  </a:cubicBezTo>
                  <a:cubicBezTo>
                    <a:pt x="3816" y="652"/>
                    <a:pt x="3816" y="448"/>
                    <a:pt x="3816" y="243"/>
                  </a:cubicBezTo>
                  <a:cubicBezTo>
                    <a:pt x="3816" y="227"/>
                    <a:pt x="3805" y="217"/>
                    <a:pt x="3789" y="217"/>
                  </a:cubicBezTo>
                  <a:cubicBezTo>
                    <a:pt x="3771" y="217"/>
                    <a:pt x="3754" y="217"/>
                    <a:pt x="3736" y="21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58380200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7">
            <a:extLst>
              <a:ext uri="{FF2B5EF4-FFF2-40B4-BE49-F238E27FC236}">
                <a16:creationId xmlns:a16="http://schemas.microsoft.com/office/drawing/2014/main" id="{CB27F896-1CB1-ED4B-9A86-FF8E76109C4C}"/>
              </a:ext>
            </a:extLst>
          </p:cNvPr>
          <p:cNvSpPr/>
          <p:nvPr userDrawn="1"/>
        </p:nvSpPr>
        <p:spPr>
          <a:xfrm>
            <a:off x="0" y="0"/>
            <a:ext cx="3045600" cy="5715000"/>
          </a:xfrm>
          <a:prstGeom prst="rect">
            <a:avLst/>
          </a:prstGeom>
          <a:solidFill>
            <a:srgbClr val="6638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3045600" y="0"/>
            <a:ext cx="6098400" cy="5715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</a:t>
            </a:r>
            <a:br>
              <a:rPr lang="de-DE"/>
            </a:br>
            <a:r>
              <a:rPr lang="de-DE"/>
              <a:t>auf Symbol hinzufügen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E265C00-AF24-2C44-A3F8-7C1260EBDB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2218501"/>
            <a:ext cx="2282400" cy="1322220"/>
          </a:xfrm>
        </p:spPr>
        <p:txBody>
          <a:bodyPr>
            <a:no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E690F57B-F59A-0E40-8C2B-5F6B2454D7B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12988" y="1975253"/>
            <a:ext cx="227013" cy="227012"/>
            <a:chOff x="1228" y="1091"/>
            <a:chExt cx="143" cy="143"/>
          </a:xfrm>
          <a:solidFill>
            <a:schemeClr val="bg1"/>
          </a:solidFill>
        </p:grpSpPr>
        <p:sp>
          <p:nvSpPr>
            <p:cNvPr id="8" name="Freeform 2">
              <a:extLst>
                <a:ext uri="{FF2B5EF4-FFF2-40B4-BE49-F238E27FC236}">
                  <a16:creationId xmlns:a16="http://schemas.microsoft.com/office/drawing/2014/main" id="{E6320723-C19F-BE43-83C2-97BDFBBF7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8" y="1091"/>
              <a:ext cx="143" cy="143"/>
            </a:xfrm>
            <a:custGeom>
              <a:avLst/>
              <a:gdLst>
                <a:gd name="T0" fmla="*/ 633 w 634"/>
                <a:gd name="T1" fmla="*/ 79 h 634"/>
                <a:gd name="T2" fmla="*/ 633 w 634"/>
                <a:gd name="T3" fmla="*/ 79 h 634"/>
                <a:gd name="T4" fmla="*/ 633 w 634"/>
                <a:gd name="T5" fmla="*/ 79 h 634"/>
                <a:gd name="T6" fmla="*/ 622 w 634"/>
                <a:gd name="T7" fmla="*/ 40 h 634"/>
                <a:gd name="T8" fmla="*/ 593 w 634"/>
                <a:gd name="T9" fmla="*/ 11 h 634"/>
                <a:gd name="T10" fmla="*/ 554 w 634"/>
                <a:gd name="T11" fmla="*/ 0 h 634"/>
                <a:gd name="T12" fmla="*/ 79 w 634"/>
                <a:gd name="T13" fmla="*/ 0 h 634"/>
                <a:gd name="T14" fmla="*/ 79 w 634"/>
                <a:gd name="T15" fmla="*/ 0 h 634"/>
                <a:gd name="T16" fmla="*/ 40 w 634"/>
                <a:gd name="T17" fmla="*/ 11 h 634"/>
                <a:gd name="T18" fmla="*/ 11 w 634"/>
                <a:gd name="T19" fmla="*/ 40 h 634"/>
                <a:gd name="T20" fmla="*/ 0 w 634"/>
                <a:gd name="T21" fmla="*/ 79 h 634"/>
                <a:gd name="T22" fmla="*/ 0 w 634"/>
                <a:gd name="T23" fmla="*/ 633 h 634"/>
                <a:gd name="T24" fmla="*/ 159 w 634"/>
                <a:gd name="T25" fmla="*/ 633 h 634"/>
                <a:gd name="T26" fmla="*/ 159 w 634"/>
                <a:gd name="T27" fmla="*/ 159 h 634"/>
                <a:gd name="T28" fmla="*/ 633 w 634"/>
                <a:gd name="T29" fmla="*/ 159 h 634"/>
                <a:gd name="T30" fmla="*/ 633 w 634"/>
                <a:gd name="T31" fmla="*/ 79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34" h="634">
                  <a:moveTo>
                    <a:pt x="633" y="79"/>
                  </a:moveTo>
                  <a:lnTo>
                    <a:pt x="633" y="79"/>
                  </a:lnTo>
                  <a:lnTo>
                    <a:pt x="633" y="79"/>
                  </a:lnTo>
                  <a:cubicBezTo>
                    <a:pt x="633" y="65"/>
                    <a:pt x="629" y="52"/>
                    <a:pt x="622" y="40"/>
                  </a:cubicBezTo>
                  <a:cubicBezTo>
                    <a:pt x="615" y="27"/>
                    <a:pt x="606" y="18"/>
                    <a:pt x="593" y="11"/>
                  </a:cubicBezTo>
                  <a:cubicBezTo>
                    <a:pt x="581" y="4"/>
                    <a:pt x="568" y="0"/>
                    <a:pt x="554" y="0"/>
                  </a:cubicBezTo>
                  <a:cubicBezTo>
                    <a:pt x="396" y="0"/>
                    <a:pt x="237" y="0"/>
                    <a:pt x="79" y="0"/>
                  </a:cubicBezTo>
                  <a:lnTo>
                    <a:pt x="79" y="0"/>
                  </a:lnTo>
                  <a:cubicBezTo>
                    <a:pt x="65" y="0"/>
                    <a:pt x="52" y="4"/>
                    <a:pt x="40" y="11"/>
                  </a:cubicBezTo>
                  <a:cubicBezTo>
                    <a:pt x="27" y="18"/>
                    <a:pt x="18" y="27"/>
                    <a:pt x="11" y="40"/>
                  </a:cubicBezTo>
                  <a:cubicBezTo>
                    <a:pt x="4" y="52"/>
                    <a:pt x="0" y="65"/>
                    <a:pt x="0" y="79"/>
                  </a:cubicBezTo>
                  <a:cubicBezTo>
                    <a:pt x="0" y="264"/>
                    <a:pt x="0" y="448"/>
                    <a:pt x="0" y="633"/>
                  </a:cubicBezTo>
                  <a:cubicBezTo>
                    <a:pt x="53" y="633"/>
                    <a:pt x="106" y="633"/>
                    <a:pt x="159" y="633"/>
                  </a:cubicBezTo>
                  <a:cubicBezTo>
                    <a:pt x="159" y="475"/>
                    <a:pt x="159" y="317"/>
                    <a:pt x="159" y="159"/>
                  </a:cubicBezTo>
                  <a:cubicBezTo>
                    <a:pt x="317" y="159"/>
                    <a:pt x="475" y="159"/>
                    <a:pt x="633" y="159"/>
                  </a:cubicBezTo>
                  <a:cubicBezTo>
                    <a:pt x="633" y="132"/>
                    <a:pt x="633" y="105"/>
                    <a:pt x="633" y="7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9" name="Group 1">
            <a:extLst>
              <a:ext uri="{FF2B5EF4-FFF2-40B4-BE49-F238E27FC236}">
                <a16:creationId xmlns:a16="http://schemas.microsoft.com/office/drawing/2014/main" id="{62A49474-E1EC-B64F-A37A-2251E34C9D2A}"/>
              </a:ext>
            </a:extLst>
          </p:cNvPr>
          <p:cNvGrpSpPr>
            <a:grpSpLocks/>
          </p:cNvGrpSpPr>
          <p:nvPr userDrawn="1"/>
        </p:nvGrpSpPr>
        <p:grpSpPr bwMode="auto">
          <a:xfrm rot="5400000" flipH="1">
            <a:off x="7064058" y="3636278"/>
            <a:ext cx="1879127" cy="1879119"/>
            <a:chOff x="1228" y="1091"/>
            <a:chExt cx="143" cy="143"/>
          </a:xfrm>
          <a:solidFill>
            <a:schemeClr val="bg1"/>
          </a:solidFill>
        </p:grpSpPr>
        <p:sp>
          <p:nvSpPr>
            <p:cNvPr id="11" name="Freeform 2">
              <a:extLst>
                <a:ext uri="{FF2B5EF4-FFF2-40B4-BE49-F238E27FC236}">
                  <a16:creationId xmlns:a16="http://schemas.microsoft.com/office/drawing/2014/main" id="{AC620214-0A6F-5C41-8201-23F6B8814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8" y="1091"/>
              <a:ext cx="143" cy="143"/>
            </a:xfrm>
            <a:custGeom>
              <a:avLst/>
              <a:gdLst>
                <a:gd name="T0" fmla="*/ 633 w 634"/>
                <a:gd name="T1" fmla="*/ 79 h 634"/>
                <a:gd name="T2" fmla="*/ 633 w 634"/>
                <a:gd name="T3" fmla="*/ 79 h 634"/>
                <a:gd name="T4" fmla="*/ 633 w 634"/>
                <a:gd name="T5" fmla="*/ 79 h 634"/>
                <a:gd name="T6" fmla="*/ 622 w 634"/>
                <a:gd name="T7" fmla="*/ 40 h 634"/>
                <a:gd name="T8" fmla="*/ 593 w 634"/>
                <a:gd name="T9" fmla="*/ 11 h 634"/>
                <a:gd name="T10" fmla="*/ 554 w 634"/>
                <a:gd name="T11" fmla="*/ 0 h 634"/>
                <a:gd name="T12" fmla="*/ 79 w 634"/>
                <a:gd name="T13" fmla="*/ 0 h 634"/>
                <a:gd name="T14" fmla="*/ 79 w 634"/>
                <a:gd name="T15" fmla="*/ 0 h 634"/>
                <a:gd name="T16" fmla="*/ 40 w 634"/>
                <a:gd name="T17" fmla="*/ 11 h 634"/>
                <a:gd name="T18" fmla="*/ 11 w 634"/>
                <a:gd name="T19" fmla="*/ 40 h 634"/>
                <a:gd name="T20" fmla="*/ 0 w 634"/>
                <a:gd name="T21" fmla="*/ 79 h 634"/>
                <a:gd name="T22" fmla="*/ 0 w 634"/>
                <a:gd name="T23" fmla="*/ 633 h 634"/>
                <a:gd name="T24" fmla="*/ 159 w 634"/>
                <a:gd name="T25" fmla="*/ 633 h 634"/>
                <a:gd name="T26" fmla="*/ 159 w 634"/>
                <a:gd name="T27" fmla="*/ 159 h 634"/>
                <a:gd name="T28" fmla="*/ 633 w 634"/>
                <a:gd name="T29" fmla="*/ 159 h 634"/>
                <a:gd name="T30" fmla="*/ 633 w 634"/>
                <a:gd name="T31" fmla="*/ 79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34" h="634">
                  <a:moveTo>
                    <a:pt x="633" y="79"/>
                  </a:moveTo>
                  <a:lnTo>
                    <a:pt x="633" y="79"/>
                  </a:lnTo>
                  <a:lnTo>
                    <a:pt x="633" y="79"/>
                  </a:lnTo>
                  <a:cubicBezTo>
                    <a:pt x="633" y="65"/>
                    <a:pt x="629" y="52"/>
                    <a:pt x="622" y="40"/>
                  </a:cubicBezTo>
                  <a:cubicBezTo>
                    <a:pt x="615" y="27"/>
                    <a:pt x="606" y="18"/>
                    <a:pt x="593" y="11"/>
                  </a:cubicBezTo>
                  <a:cubicBezTo>
                    <a:pt x="581" y="4"/>
                    <a:pt x="568" y="0"/>
                    <a:pt x="554" y="0"/>
                  </a:cubicBezTo>
                  <a:cubicBezTo>
                    <a:pt x="396" y="0"/>
                    <a:pt x="237" y="0"/>
                    <a:pt x="79" y="0"/>
                  </a:cubicBezTo>
                  <a:lnTo>
                    <a:pt x="79" y="0"/>
                  </a:lnTo>
                  <a:cubicBezTo>
                    <a:pt x="65" y="0"/>
                    <a:pt x="52" y="4"/>
                    <a:pt x="40" y="11"/>
                  </a:cubicBezTo>
                  <a:cubicBezTo>
                    <a:pt x="27" y="18"/>
                    <a:pt x="18" y="27"/>
                    <a:pt x="11" y="40"/>
                  </a:cubicBezTo>
                  <a:cubicBezTo>
                    <a:pt x="4" y="52"/>
                    <a:pt x="0" y="65"/>
                    <a:pt x="0" y="79"/>
                  </a:cubicBezTo>
                  <a:cubicBezTo>
                    <a:pt x="0" y="264"/>
                    <a:pt x="0" y="448"/>
                    <a:pt x="0" y="633"/>
                  </a:cubicBezTo>
                  <a:cubicBezTo>
                    <a:pt x="53" y="633"/>
                    <a:pt x="106" y="633"/>
                    <a:pt x="159" y="633"/>
                  </a:cubicBezTo>
                  <a:cubicBezTo>
                    <a:pt x="159" y="475"/>
                    <a:pt x="159" y="317"/>
                    <a:pt x="159" y="159"/>
                  </a:cubicBezTo>
                  <a:cubicBezTo>
                    <a:pt x="317" y="159"/>
                    <a:pt x="475" y="159"/>
                    <a:pt x="633" y="159"/>
                  </a:cubicBezTo>
                  <a:cubicBezTo>
                    <a:pt x="633" y="132"/>
                    <a:pt x="633" y="105"/>
                    <a:pt x="633" y="7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052892030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7">
            <a:extLst>
              <a:ext uri="{FF2B5EF4-FFF2-40B4-BE49-F238E27FC236}">
                <a16:creationId xmlns:a16="http://schemas.microsoft.com/office/drawing/2014/main" id="{CB27F896-1CB1-ED4B-9A86-FF8E76109C4C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638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32D975B9-3AE1-DE44-9633-67A8AF1057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1005" y="181005"/>
            <a:ext cx="360000" cy="360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E265C00-AF24-2C44-A3F8-7C1260EBDB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2218501"/>
            <a:ext cx="5892114" cy="1322220"/>
          </a:xfrm>
        </p:spPr>
        <p:txBody>
          <a:bodyPr>
            <a:no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E690F57B-F59A-0E40-8C2B-5F6B2454D7B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12988" y="1975253"/>
            <a:ext cx="227013" cy="227012"/>
            <a:chOff x="1228" y="1091"/>
            <a:chExt cx="143" cy="143"/>
          </a:xfrm>
          <a:solidFill>
            <a:schemeClr val="bg1"/>
          </a:solidFill>
        </p:grpSpPr>
        <p:sp>
          <p:nvSpPr>
            <p:cNvPr id="8" name="Freeform 2">
              <a:extLst>
                <a:ext uri="{FF2B5EF4-FFF2-40B4-BE49-F238E27FC236}">
                  <a16:creationId xmlns:a16="http://schemas.microsoft.com/office/drawing/2014/main" id="{E6320723-C19F-BE43-83C2-97BDFBBF7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8" y="1091"/>
              <a:ext cx="143" cy="143"/>
            </a:xfrm>
            <a:custGeom>
              <a:avLst/>
              <a:gdLst>
                <a:gd name="T0" fmla="*/ 633 w 634"/>
                <a:gd name="T1" fmla="*/ 79 h 634"/>
                <a:gd name="T2" fmla="*/ 633 w 634"/>
                <a:gd name="T3" fmla="*/ 79 h 634"/>
                <a:gd name="T4" fmla="*/ 633 w 634"/>
                <a:gd name="T5" fmla="*/ 79 h 634"/>
                <a:gd name="T6" fmla="*/ 622 w 634"/>
                <a:gd name="T7" fmla="*/ 40 h 634"/>
                <a:gd name="T8" fmla="*/ 593 w 634"/>
                <a:gd name="T9" fmla="*/ 11 h 634"/>
                <a:gd name="T10" fmla="*/ 554 w 634"/>
                <a:gd name="T11" fmla="*/ 0 h 634"/>
                <a:gd name="T12" fmla="*/ 79 w 634"/>
                <a:gd name="T13" fmla="*/ 0 h 634"/>
                <a:gd name="T14" fmla="*/ 79 w 634"/>
                <a:gd name="T15" fmla="*/ 0 h 634"/>
                <a:gd name="T16" fmla="*/ 40 w 634"/>
                <a:gd name="T17" fmla="*/ 11 h 634"/>
                <a:gd name="T18" fmla="*/ 11 w 634"/>
                <a:gd name="T19" fmla="*/ 40 h 634"/>
                <a:gd name="T20" fmla="*/ 0 w 634"/>
                <a:gd name="T21" fmla="*/ 79 h 634"/>
                <a:gd name="T22" fmla="*/ 0 w 634"/>
                <a:gd name="T23" fmla="*/ 633 h 634"/>
                <a:gd name="T24" fmla="*/ 159 w 634"/>
                <a:gd name="T25" fmla="*/ 633 h 634"/>
                <a:gd name="T26" fmla="*/ 159 w 634"/>
                <a:gd name="T27" fmla="*/ 159 h 634"/>
                <a:gd name="T28" fmla="*/ 633 w 634"/>
                <a:gd name="T29" fmla="*/ 159 h 634"/>
                <a:gd name="T30" fmla="*/ 633 w 634"/>
                <a:gd name="T31" fmla="*/ 79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34" h="634">
                  <a:moveTo>
                    <a:pt x="633" y="79"/>
                  </a:moveTo>
                  <a:lnTo>
                    <a:pt x="633" y="79"/>
                  </a:lnTo>
                  <a:lnTo>
                    <a:pt x="633" y="79"/>
                  </a:lnTo>
                  <a:cubicBezTo>
                    <a:pt x="633" y="65"/>
                    <a:pt x="629" y="52"/>
                    <a:pt x="622" y="40"/>
                  </a:cubicBezTo>
                  <a:cubicBezTo>
                    <a:pt x="615" y="27"/>
                    <a:pt x="606" y="18"/>
                    <a:pt x="593" y="11"/>
                  </a:cubicBezTo>
                  <a:cubicBezTo>
                    <a:pt x="581" y="4"/>
                    <a:pt x="568" y="0"/>
                    <a:pt x="554" y="0"/>
                  </a:cubicBezTo>
                  <a:cubicBezTo>
                    <a:pt x="396" y="0"/>
                    <a:pt x="237" y="0"/>
                    <a:pt x="79" y="0"/>
                  </a:cubicBezTo>
                  <a:lnTo>
                    <a:pt x="79" y="0"/>
                  </a:lnTo>
                  <a:cubicBezTo>
                    <a:pt x="65" y="0"/>
                    <a:pt x="52" y="4"/>
                    <a:pt x="40" y="11"/>
                  </a:cubicBezTo>
                  <a:cubicBezTo>
                    <a:pt x="27" y="18"/>
                    <a:pt x="18" y="27"/>
                    <a:pt x="11" y="40"/>
                  </a:cubicBezTo>
                  <a:cubicBezTo>
                    <a:pt x="4" y="52"/>
                    <a:pt x="0" y="65"/>
                    <a:pt x="0" y="79"/>
                  </a:cubicBezTo>
                  <a:cubicBezTo>
                    <a:pt x="0" y="264"/>
                    <a:pt x="0" y="448"/>
                    <a:pt x="0" y="633"/>
                  </a:cubicBezTo>
                  <a:cubicBezTo>
                    <a:pt x="53" y="633"/>
                    <a:pt x="106" y="633"/>
                    <a:pt x="159" y="633"/>
                  </a:cubicBezTo>
                  <a:cubicBezTo>
                    <a:pt x="159" y="475"/>
                    <a:pt x="159" y="317"/>
                    <a:pt x="159" y="159"/>
                  </a:cubicBezTo>
                  <a:cubicBezTo>
                    <a:pt x="317" y="159"/>
                    <a:pt x="475" y="159"/>
                    <a:pt x="633" y="159"/>
                  </a:cubicBezTo>
                  <a:cubicBezTo>
                    <a:pt x="633" y="132"/>
                    <a:pt x="633" y="105"/>
                    <a:pt x="633" y="7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9" name="Group 1">
            <a:extLst>
              <a:ext uri="{FF2B5EF4-FFF2-40B4-BE49-F238E27FC236}">
                <a16:creationId xmlns:a16="http://schemas.microsoft.com/office/drawing/2014/main" id="{62A49474-E1EC-B64F-A37A-2251E34C9D2A}"/>
              </a:ext>
            </a:extLst>
          </p:cNvPr>
          <p:cNvGrpSpPr>
            <a:grpSpLocks/>
          </p:cNvGrpSpPr>
          <p:nvPr userDrawn="1"/>
        </p:nvGrpSpPr>
        <p:grpSpPr bwMode="auto">
          <a:xfrm rot="5400000" flipH="1">
            <a:off x="7064058" y="3636278"/>
            <a:ext cx="1879127" cy="1879119"/>
            <a:chOff x="1228" y="1091"/>
            <a:chExt cx="143" cy="143"/>
          </a:xfrm>
          <a:solidFill>
            <a:schemeClr val="bg1"/>
          </a:solidFill>
        </p:grpSpPr>
        <p:sp>
          <p:nvSpPr>
            <p:cNvPr id="11" name="Freeform 2">
              <a:extLst>
                <a:ext uri="{FF2B5EF4-FFF2-40B4-BE49-F238E27FC236}">
                  <a16:creationId xmlns:a16="http://schemas.microsoft.com/office/drawing/2014/main" id="{AC620214-0A6F-5C41-8201-23F6B8814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8" y="1091"/>
              <a:ext cx="143" cy="143"/>
            </a:xfrm>
            <a:custGeom>
              <a:avLst/>
              <a:gdLst>
                <a:gd name="T0" fmla="*/ 633 w 634"/>
                <a:gd name="T1" fmla="*/ 79 h 634"/>
                <a:gd name="T2" fmla="*/ 633 w 634"/>
                <a:gd name="T3" fmla="*/ 79 h 634"/>
                <a:gd name="T4" fmla="*/ 633 w 634"/>
                <a:gd name="T5" fmla="*/ 79 h 634"/>
                <a:gd name="T6" fmla="*/ 622 w 634"/>
                <a:gd name="T7" fmla="*/ 40 h 634"/>
                <a:gd name="T8" fmla="*/ 593 w 634"/>
                <a:gd name="T9" fmla="*/ 11 h 634"/>
                <a:gd name="T10" fmla="*/ 554 w 634"/>
                <a:gd name="T11" fmla="*/ 0 h 634"/>
                <a:gd name="T12" fmla="*/ 79 w 634"/>
                <a:gd name="T13" fmla="*/ 0 h 634"/>
                <a:gd name="T14" fmla="*/ 79 w 634"/>
                <a:gd name="T15" fmla="*/ 0 h 634"/>
                <a:gd name="T16" fmla="*/ 40 w 634"/>
                <a:gd name="T17" fmla="*/ 11 h 634"/>
                <a:gd name="T18" fmla="*/ 11 w 634"/>
                <a:gd name="T19" fmla="*/ 40 h 634"/>
                <a:gd name="T20" fmla="*/ 0 w 634"/>
                <a:gd name="T21" fmla="*/ 79 h 634"/>
                <a:gd name="T22" fmla="*/ 0 w 634"/>
                <a:gd name="T23" fmla="*/ 633 h 634"/>
                <a:gd name="T24" fmla="*/ 159 w 634"/>
                <a:gd name="T25" fmla="*/ 633 h 634"/>
                <a:gd name="T26" fmla="*/ 159 w 634"/>
                <a:gd name="T27" fmla="*/ 159 h 634"/>
                <a:gd name="T28" fmla="*/ 633 w 634"/>
                <a:gd name="T29" fmla="*/ 159 h 634"/>
                <a:gd name="T30" fmla="*/ 633 w 634"/>
                <a:gd name="T31" fmla="*/ 79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34" h="634">
                  <a:moveTo>
                    <a:pt x="633" y="79"/>
                  </a:moveTo>
                  <a:lnTo>
                    <a:pt x="633" y="79"/>
                  </a:lnTo>
                  <a:lnTo>
                    <a:pt x="633" y="79"/>
                  </a:lnTo>
                  <a:cubicBezTo>
                    <a:pt x="633" y="65"/>
                    <a:pt x="629" y="52"/>
                    <a:pt x="622" y="40"/>
                  </a:cubicBezTo>
                  <a:cubicBezTo>
                    <a:pt x="615" y="27"/>
                    <a:pt x="606" y="18"/>
                    <a:pt x="593" y="11"/>
                  </a:cubicBezTo>
                  <a:cubicBezTo>
                    <a:pt x="581" y="4"/>
                    <a:pt x="568" y="0"/>
                    <a:pt x="554" y="0"/>
                  </a:cubicBezTo>
                  <a:cubicBezTo>
                    <a:pt x="396" y="0"/>
                    <a:pt x="237" y="0"/>
                    <a:pt x="79" y="0"/>
                  </a:cubicBezTo>
                  <a:lnTo>
                    <a:pt x="79" y="0"/>
                  </a:lnTo>
                  <a:cubicBezTo>
                    <a:pt x="65" y="0"/>
                    <a:pt x="52" y="4"/>
                    <a:pt x="40" y="11"/>
                  </a:cubicBezTo>
                  <a:cubicBezTo>
                    <a:pt x="27" y="18"/>
                    <a:pt x="18" y="27"/>
                    <a:pt x="11" y="40"/>
                  </a:cubicBezTo>
                  <a:cubicBezTo>
                    <a:pt x="4" y="52"/>
                    <a:pt x="0" y="65"/>
                    <a:pt x="0" y="79"/>
                  </a:cubicBezTo>
                  <a:cubicBezTo>
                    <a:pt x="0" y="264"/>
                    <a:pt x="0" y="448"/>
                    <a:pt x="0" y="633"/>
                  </a:cubicBezTo>
                  <a:cubicBezTo>
                    <a:pt x="53" y="633"/>
                    <a:pt x="106" y="633"/>
                    <a:pt x="159" y="633"/>
                  </a:cubicBezTo>
                  <a:cubicBezTo>
                    <a:pt x="159" y="475"/>
                    <a:pt x="159" y="317"/>
                    <a:pt x="159" y="159"/>
                  </a:cubicBezTo>
                  <a:cubicBezTo>
                    <a:pt x="317" y="159"/>
                    <a:pt x="475" y="159"/>
                    <a:pt x="633" y="159"/>
                  </a:cubicBezTo>
                  <a:cubicBezTo>
                    <a:pt x="633" y="132"/>
                    <a:pt x="633" y="105"/>
                    <a:pt x="633" y="7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810931893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BDE014-6E56-1448-B554-06EDE06AD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0825"/>
            <a:ext cx="7886700" cy="362743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5AA41FA-C63E-1540-BBFD-13513E590CF3}"/>
              </a:ext>
            </a:extLst>
          </p:cNvPr>
          <p:cNvSpPr txBox="1"/>
          <p:nvPr userDrawn="1"/>
        </p:nvSpPr>
        <p:spPr>
          <a:xfrm>
            <a:off x="4578875" y="687519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rmAutofit fontScale="25000" lnSpcReduction="20000"/>
          </a:bodyPr>
          <a:lstStyle/>
          <a:p>
            <a:pPr algn="l"/>
            <a:endParaRPr lang="de-DE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9BFA326-5898-D14C-92A2-8BE0788AA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64203"/>
            <a:ext cx="7886700" cy="295197"/>
          </a:xfrm>
        </p:spPr>
        <p:txBody>
          <a:bodyPr>
            <a:noAutofit/>
          </a:bodyPr>
          <a:lstStyle>
            <a:lvl1pPr>
              <a:defRPr sz="2400" b="1" i="0">
                <a:latin typeface="Barlow Semi Condensed" pitchFamily="2" charset="77"/>
                <a:cs typeface="Arial Black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FDE3EE52-FF4A-4140-8EE6-4FF835FA8EB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8650" y="859400"/>
            <a:ext cx="7886700" cy="329572"/>
          </a:xfrm>
        </p:spPr>
        <p:txBody>
          <a:bodyPr>
            <a:noAutofit/>
          </a:bodyPr>
          <a:lstStyle>
            <a:lvl1pPr marL="0" indent="0">
              <a:buNone/>
              <a:defRPr sz="2400" cap="none" baseline="0">
                <a:solidFill>
                  <a:srgbClr val="6638B6"/>
                </a:solidFill>
              </a:defRPr>
            </a:lvl1pPr>
          </a:lstStyle>
          <a:p>
            <a:r>
              <a:rPr lang="de-DE" dirty="0"/>
              <a:t>Mastertextformat bearbeiten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A12863F-5D9B-7D4E-9D7C-DAA849FF97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C51809D3-2317-564B-A9A4-6B86B4A82F72}" type="datetime1">
              <a:rPr lang="de-DE" noProof="0" smtClean="0"/>
              <a:t>29.07.2025</a:t>
            </a:fld>
            <a:endParaRPr lang="de-DE" noProof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AF262D6-9A64-E34B-A52F-654745E7D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8263" y="5296959"/>
            <a:ext cx="6087474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r>
              <a:rPr lang="de-DE" dirty="0"/>
              <a:t>Titel Vorname Name, Vorlesungsfach, Semester, Thema der Vorlesung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562DAF1-01EA-354A-BEA4-EACA3AC2B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58724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40FBDD77-1809-6B4A-B67E-246783C079C6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263230597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A5AA41FA-C63E-1540-BBFD-13513E590CF3}"/>
              </a:ext>
            </a:extLst>
          </p:cNvPr>
          <p:cNvSpPr txBox="1"/>
          <p:nvPr userDrawn="1"/>
        </p:nvSpPr>
        <p:spPr>
          <a:xfrm>
            <a:off x="4578875" y="687519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rmAutofit fontScale="25000" lnSpcReduction="20000"/>
          </a:bodyPr>
          <a:lstStyle/>
          <a:p>
            <a:pPr algn="l"/>
            <a:endParaRPr lang="de-DE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9BFA326-5898-D14C-92A2-8BE0788AA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64203"/>
            <a:ext cx="7886700" cy="295197"/>
          </a:xfrm>
        </p:spPr>
        <p:txBody>
          <a:bodyPr>
            <a:noAutofit/>
          </a:bodyPr>
          <a:lstStyle>
            <a:lvl1pPr>
              <a:defRPr sz="2400" b="1" i="0">
                <a:latin typeface="Barlow Semi Condensed" pitchFamily="2" charset="77"/>
                <a:cs typeface="Arial Black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FDE3EE52-FF4A-4140-8EE6-4FF835FA8EB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8650" y="859400"/>
            <a:ext cx="7886700" cy="329572"/>
          </a:xfrm>
        </p:spPr>
        <p:txBody>
          <a:bodyPr>
            <a:noAutofit/>
          </a:bodyPr>
          <a:lstStyle>
            <a:lvl1pPr marL="0" indent="0">
              <a:buNone/>
              <a:defRPr sz="2400" cap="none" baseline="0">
                <a:solidFill>
                  <a:srgbClr val="6638B6"/>
                </a:solidFill>
              </a:defRPr>
            </a:lvl1pPr>
          </a:lstStyle>
          <a:p>
            <a:r>
              <a:rPr lang="de-DE" dirty="0"/>
              <a:t>Mastertextformat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F083BC0-8591-484F-B56B-C827F1CCAF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8650" y="1520825"/>
            <a:ext cx="5486400" cy="36274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2085186-8C11-334D-9338-BBF50C1290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r>
              <a:rPr lang="de-DE" dirty="0"/>
              <a:t>25.06.2019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AC17EE5E-7E18-744F-806E-EBCF4A54FB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8263" y="5296959"/>
            <a:ext cx="6087474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r>
              <a:rPr lang="de-DE" dirty="0"/>
              <a:t>Prof. Dr. Sebastian Mauser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1D8BA2C-5E61-9743-9E72-E7B5106FD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58724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40FBDD77-1809-6B4A-B67E-246783C079C6}" type="slidenum">
              <a:rPr lang="de-DE" noProof="0" smtClean="0"/>
              <a:pPr/>
              <a:t>‹Nr.›</a:t>
            </a:fld>
            <a:endParaRPr lang="de-DE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258E181-95FB-BE46-B564-2C1485BB67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82400" y="180000"/>
            <a:ext cx="361005" cy="36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317263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A5AA41FA-C63E-1540-BBFD-13513E590CF3}"/>
              </a:ext>
            </a:extLst>
          </p:cNvPr>
          <p:cNvSpPr txBox="1"/>
          <p:nvPr userDrawn="1"/>
        </p:nvSpPr>
        <p:spPr>
          <a:xfrm>
            <a:off x="4578875" y="687519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rmAutofit fontScale="25000" lnSpcReduction="20000"/>
          </a:bodyPr>
          <a:lstStyle/>
          <a:p>
            <a:pPr algn="l"/>
            <a:endParaRPr lang="de-DE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9BFA326-5898-D14C-92A2-8BE0788AA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64203"/>
            <a:ext cx="7886700" cy="295197"/>
          </a:xfrm>
        </p:spPr>
        <p:txBody>
          <a:bodyPr>
            <a:noAutofit/>
          </a:bodyPr>
          <a:lstStyle>
            <a:lvl1pPr>
              <a:defRPr sz="2400" b="1" i="0">
                <a:latin typeface="Barlow Semi Condensed" pitchFamily="2" charset="77"/>
                <a:cs typeface="Arial Black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FDE3EE52-FF4A-4140-8EE6-4FF835FA8EB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8650" y="859400"/>
            <a:ext cx="7886700" cy="329572"/>
          </a:xfrm>
        </p:spPr>
        <p:txBody>
          <a:bodyPr>
            <a:noAutofit/>
          </a:bodyPr>
          <a:lstStyle>
            <a:lvl1pPr marL="0" indent="0">
              <a:buNone/>
              <a:defRPr sz="2400" cap="none" baseline="0">
                <a:solidFill>
                  <a:srgbClr val="6638B6"/>
                </a:solidFill>
              </a:defRPr>
            </a:lvl1pPr>
          </a:lstStyle>
          <a:p>
            <a:r>
              <a:rPr lang="de-DE" dirty="0"/>
              <a:t>Mastertextformat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F083BC0-8591-484F-B56B-C827F1CCAF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1520825"/>
            <a:ext cx="5486400" cy="36274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180000" indent="-180000">
              <a:lnSpc>
                <a:spcPct val="9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de-DE" dirty="0"/>
              <a:t>Eins</a:t>
            </a:r>
          </a:p>
          <a:p>
            <a:pPr marL="360000" lvl="1" indent="-1800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de-DE" dirty="0"/>
              <a:t>Eins eins</a:t>
            </a:r>
          </a:p>
          <a:p>
            <a:pPr marL="360000" lvl="1" indent="-1800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de-DE" dirty="0"/>
              <a:t>Eins zwei</a:t>
            </a:r>
          </a:p>
          <a:p>
            <a:pPr marL="540000" lvl="2" indent="-1800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de-DE" dirty="0"/>
              <a:t>Eins zwei eins</a:t>
            </a:r>
          </a:p>
          <a:p>
            <a:pPr marL="720000" lvl="3" indent="-1800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de-DE" dirty="0"/>
              <a:t>Eins zwei eins eins</a:t>
            </a:r>
          </a:p>
          <a:p>
            <a:pPr marL="180000" indent="-180000">
              <a:lnSpc>
                <a:spcPct val="9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de-DE" dirty="0"/>
              <a:t>Zwei</a:t>
            </a:r>
          </a:p>
          <a:p>
            <a:pPr marL="180000" indent="-180000">
              <a:lnSpc>
                <a:spcPct val="9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de-DE" dirty="0"/>
              <a:t>Drei</a:t>
            </a:r>
          </a:p>
          <a:p>
            <a:pPr marL="324000" lvl="1" indent="-1800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de-DE" dirty="0"/>
              <a:t>Drei Eins</a:t>
            </a:r>
          </a:p>
          <a:p>
            <a:pPr marL="324000" lvl="1" indent="-1800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de-DE" dirty="0"/>
              <a:t>Drei Zwei</a:t>
            </a:r>
          </a:p>
          <a:p>
            <a:pPr marL="342900" indent="-342900">
              <a:buFont typeface="+mj-lt"/>
              <a:buAutoNum type="arabicPeriod"/>
            </a:pPr>
            <a:endParaRPr lang="de-DE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0EFA77B-1415-704D-9BE4-D4F924CDB0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C51809D3-2317-564B-A9A4-6B86B4A82F72}" type="datetime1">
              <a:rPr lang="de-DE" noProof="0" smtClean="0"/>
              <a:t>29.07.2025</a:t>
            </a:fld>
            <a:endParaRPr lang="de-DE" noProof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906DE13-5BF4-1140-9211-120DB7B615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8263" y="5296959"/>
            <a:ext cx="6087474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r>
              <a:rPr lang="de-DE" dirty="0"/>
              <a:t>Titel Vorname Name, Vorlesungsfach, Semester, Thema der Vorlesung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FEF4AFD-9BE4-374C-895B-D31F868B3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58724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40FBDD77-1809-6B4A-B67E-246783C079C6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992188092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Spalten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feld 20">
            <a:extLst>
              <a:ext uri="{FF2B5EF4-FFF2-40B4-BE49-F238E27FC236}">
                <a16:creationId xmlns:a16="http://schemas.microsoft.com/office/drawing/2014/main" id="{B992B146-3ED6-E440-B407-DD4836EE4EFE}"/>
              </a:ext>
            </a:extLst>
          </p:cNvPr>
          <p:cNvSpPr txBox="1"/>
          <p:nvPr userDrawn="1"/>
        </p:nvSpPr>
        <p:spPr>
          <a:xfrm>
            <a:off x="4578875" y="687519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rmAutofit fontScale="25000" lnSpcReduction="20000"/>
          </a:bodyPr>
          <a:lstStyle/>
          <a:p>
            <a:pPr algn="l"/>
            <a:endParaRPr lang="de-DE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F91EB5B0-9B68-6E4F-A861-F773ACAE8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64203"/>
            <a:ext cx="7886700" cy="295197"/>
          </a:xfrm>
        </p:spPr>
        <p:txBody>
          <a:bodyPr>
            <a:noAutofit/>
          </a:bodyPr>
          <a:lstStyle>
            <a:lvl1pPr>
              <a:defRPr sz="2400" b="1" i="0">
                <a:latin typeface="Barlow Semi Condensed" pitchFamily="2" charset="77"/>
                <a:cs typeface="Arial Black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AE82EFDD-388B-8243-BF43-95C884D03F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8650" y="859400"/>
            <a:ext cx="7886700" cy="329572"/>
          </a:xfrm>
        </p:spPr>
        <p:txBody>
          <a:bodyPr>
            <a:noAutofit/>
          </a:bodyPr>
          <a:lstStyle>
            <a:lvl1pPr marL="0" indent="0">
              <a:buNone/>
              <a:defRPr sz="2400" cap="none" baseline="0">
                <a:solidFill>
                  <a:srgbClr val="6638B6"/>
                </a:solidFill>
              </a:defRPr>
            </a:lvl1pPr>
          </a:lstStyle>
          <a:p>
            <a:r>
              <a:rPr lang="de-DE" dirty="0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590A37F-6AD9-A842-876C-4AF61E0F7C53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29391" y="1520825"/>
            <a:ext cx="3806825" cy="3627438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5" name="Inhaltsplatzhalter 3">
            <a:extLst>
              <a:ext uri="{FF2B5EF4-FFF2-40B4-BE49-F238E27FC236}">
                <a16:creationId xmlns:a16="http://schemas.microsoft.com/office/drawing/2014/main" id="{CC0F8A30-41F0-9940-8589-887CBA7D3DB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06613" y="1520825"/>
            <a:ext cx="3806825" cy="3627438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EFE6B8D-ADC1-BA45-8AB1-F883F3E8FF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C51809D3-2317-564B-A9A4-6B86B4A82F72}" type="datetime1">
              <a:rPr lang="de-DE" noProof="0" smtClean="0"/>
              <a:t>29.07.2025</a:t>
            </a:fld>
            <a:endParaRPr lang="de-DE" noProof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DED0052-8339-7341-8CF8-13638CABAE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8263" y="5296959"/>
            <a:ext cx="6087474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r>
              <a:rPr lang="de-DE" dirty="0"/>
              <a:t>Titel Vorname Name, Vorlesungsfach, Semester, Thema der Vorlesung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0EC8410-8E5F-1841-A4CF-F5D82E569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58724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40FBDD77-1809-6B4A-B67E-246783C079C6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344435662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Spalten Inhalt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feld 20">
            <a:extLst>
              <a:ext uri="{FF2B5EF4-FFF2-40B4-BE49-F238E27FC236}">
                <a16:creationId xmlns:a16="http://schemas.microsoft.com/office/drawing/2014/main" id="{B992B146-3ED6-E440-B407-DD4836EE4EFE}"/>
              </a:ext>
            </a:extLst>
          </p:cNvPr>
          <p:cNvSpPr txBox="1"/>
          <p:nvPr userDrawn="1"/>
        </p:nvSpPr>
        <p:spPr>
          <a:xfrm>
            <a:off x="4578875" y="687519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rmAutofit fontScale="25000" lnSpcReduction="20000"/>
          </a:bodyPr>
          <a:lstStyle/>
          <a:p>
            <a:pPr algn="l"/>
            <a:endParaRPr lang="de-DE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F91EB5B0-9B68-6E4F-A861-F773ACAE8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64203"/>
            <a:ext cx="7886700" cy="295197"/>
          </a:xfrm>
        </p:spPr>
        <p:txBody>
          <a:bodyPr>
            <a:noAutofit/>
          </a:bodyPr>
          <a:lstStyle>
            <a:lvl1pPr>
              <a:defRPr sz="2400" b="1" i="0">
                <a:latin typeface="Barlow Semi Condensed" pitchFamily="2" charset="77"/>
                <a:cs typeface="Arial Black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AE82EFDD-388B-8243-BF43-95C884D03F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8650" y="859400"/>
            <a:ext cx="7886700" cy="329572"/>
          </a:xfrm>
        </p:spPr>
        <p:txBody>
          <a:bodyPr>
            <a:noAutofit/>
          </a:bodyPr>
          <a:lstStyle>
            <a:lvl1pPr marL="0" indent="0">
              <a:buNone/>
              <a:defRPr sz="2400" cap="none" baseline="0">
                <a:solidFill>
                  <a:srgbClr val="6638B6"/>
                </a:solidFill>
              </a:defRPr>
            </a:lvl1pPr>
          </a:lstStyle>
          <a:p>
            <a:r>
              <a:rPr lang="de-DE" dirty="0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590A37F-6AD9-A842-876C-4AF61E0F7C53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29391" y="1520825"/>
            <a:ext cx="3806825" cy="177482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5" name="Inhaltsplatzhalter 3">
            <a:extLst>
              <a:ext uri="{FF2B5EF4-FFF2-40B4-BE49-F238E27FC236}">
                <a16:creationId xmlns:a16="http://schemas.microsoft.com/office/drawing/2014/main" id="{CC0F8A30-41F0-9940-8589-887CBA7D3DB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06613" y="1520825"/>
            <a:ext cx="3806825" cy="177482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9C77018-5DF8-2243-A7B3-0C6C34710DA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9391" y="3444875"/>
            <a:ext cx="3806825" cy="17033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8" name="Textplatzhalter 9">
            <a:extLst>
              <a:ext uri="{FF2B5EF4-FFF2-40B4-BE49-F238E27FC236}">
                <a16:creationId xmlns:a16="http://schemas.microsoft.com/office/drawing/2014/main" id="{38650370-D163-3343-B219-BD3F3D86920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06613" y="3444875"/>
            <a:ext cx="3806825" cy="17033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1BB5501A-2B4D-4245-B682-774410650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C51809D3-2317-564B-A9A4-6B86B4A82F72}" type="datetime1">
              <a:rPr lang="de-DE" noProof="0" smtClean="0"/>
              <a:t>29.07.2025</a:t>
            </a:fld>
            <a:endParaRPr lang="de-DE" noProof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2E139365-D50E-F243-A527-85AA079708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8263" y="5296959"/>
            <a:ext cx="6087474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r>
              <a:rPr lang="de-DE" dirty="0"/>
              <a:t>Titel Vorname Name, Vorlesungsfach, Semester, Thema der Vorlesung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3BB731F-3E2B-354B-A1FA-F5153A90DB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58724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40FBDD77-1809-6B4A-B67E-246783C079C6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819085774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Spalten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C1B79B8-CADE-5743-A7D2-0E0A09B0C4D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8650" y="1521353"/>
            <a:ext cx="2447925" cy="1135419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93EEEF19-B958-B447-B3C3-F5D5A30556F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46798" y="1521353"/>
            <a:ext cx="2447925" cy="1135419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14" name="Bildplatzhalter 2">
            <a:extLst>
              <a:ext uri="{FF2B5EF4-FFF2-40B4-BE49-F238E27FC236}">
                <a16:creationId xmlns:a16="http://schemas.microsoft.com/office/drawing/2014/main" id="{221A9592-144E-D447-9591-130170064B0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58683" y="1521353"/>
            <a:ext cx="2447925" cy="1135419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7634165E-708D-D844-9D7D-96AB9E5658E1}"/>
              </a:ext>
            </a:extLst>
          </p:cNvPr>
          <p:cNvSpPr txBox="1"/>
          <p:nvPr userDrawn="1"/>
        </p:nvSpPr>
        <p:spPr>
          <a:xfrm>
            <a:off x="4578875" y="687519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rmAutofit fontScale="25000" lnSpcReduction="20000"/>
          </a:bodyPr>
          <a:lstStyle/>
          <a:p>
            <a:pPr algn="l"/>
            <a:endParaRPr lang="de-DE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90F091AD-7412-6345-8C91-CBA5B72C6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64203"/>
            <a:ext cx="7886700" cy="295197"/>
          </a:xfrm>
        </p:spPr>
        <p:txBody>
          <a:bodyPr>
            <a:noAutofit/>
          </a:bodyPr>
          <a:lstStyle>
            <a:lvl1pPr>
              <a:defRPr sz="2400" b="1" i="0">
                <a:latin typeface="Barlow Semi Condensed" pitchFamily="2" charset="77"/>
                <a:cs typeface="Arial Black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24" name="Textplatzhalter 3">
            <a:extLst>
              <a:ext uri="{FF2B5EF4-FFF2-40B4-BE49-F238E27FC236}">
                <a16:creationId xmlns:a16="http://schemas.microsoft.com/office/drawing/2014/main" id="{46015DFC-BBA8-7243-B60E-9D0A9C0907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8650" y="859400"/>
            <a:ext cx="7886700" cy="329572"/>
          </a:xfrm>
        </p:spPr>
        <p:txBody>
          <a:bodyPr>
            <a:noAutofit/>
          </a:bodyPr>
          <a:lstStyle>
            <a:lvl1pPr marL="0" indent="0">
              <a:buNone/>
              <a:defRPr sz="2400" cap="none" baseline="0">
                <a:solidFill>
                  <a:srgbClr val="6638B6"/>
                </a:solidFill>
              </a:defRPr>
            </a:lvl1pPr>
          </a:lstStyle>
          <a:p>
            <a:r>
              <a:rPr lang="de-DE" dirty="0"/>
              <a:t>Mastertextformat bearbeiten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1C21E34-AA23-264B-BA82-5FED8FECB19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8650" y="2806700"/>
            <a:ext cx="2447925" cy="234156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9DB0B6E9-8343-3141-BC32-5ADDDC7EC75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46798" y="2806700"/>
            <a:ext cx="2447925" cy="234156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453E4D20-9400-254E-9413-28CEBA6456F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58683" y="2806700"/>
            <a:ext cx="2447925" cy="234156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BD93E1C1-F59D-3746-9D34-7EFE465D4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C51809D3-2317-564B-A9A4-6B86B4A82F72}" type="datetime1">
              <a:rPr lang="de-DE" noProof="0" smtClean="0"/>
              <a:t>29.07.2025</a:t>
            </a:fld>
            <a:endParaRPr lang="de-DE" noProof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1B91F497-1D05-EE4C-B228-493D19A66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8263" y="5296959"/>
            <a:ext cx="6087474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r>
              <a:rPr lang="de-DE" dirty="0"/>
              <a:t>Titel Vorname Name, Vorlesungsfach, Semester, Thema der Vorlesung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27509F3-5245-5E4C-83F7-D056AE337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58724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40FBDD77-1809-6B4A-B67E-246783C079C6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903152957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Spalte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0FAA9A49-E53B-9F45-A63F-D36104B21F20}"/>
              </a:ext>
            </a:extLst>
          </p:cNvPr>
          <p:cNvSpPr txBox="1"/>
          <p:nvPr userDrawn="1"/>
        </p:nvSpPr>
        <p:spPr>
          <a:xfrm>
            <a:off x="4578875" y="687519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rmAutofit fontScale="25000" lnSpcReduction="20000"/>
          </a:bodyPr>
          <a:lstStyle/>
          <a:p>
            <a:pPr algn="l"/>
            <a:endParaRPr lang="de-DE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0AFA5C0-4BCD-B44B-8AC9-379277A3D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64203"/>
            <a:ext cx="7886700" cy="295197"/>
          </a:xfrm>
        </p:spPr>
        <p:txBody>
          <a:bodyPr>
            <a:noAutofit/>
          </a:bodyPr>
          <a:lstStyle>
            <a:lvl1pPr>
              <a:defRPr sz="2400" b="1" i="0">
                <a:latin typeface="Barlow Semi Condensed" pitchFamily="2" charset="77"/>
                <a:cs typeface="Arial Black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21" name="Textplatzhalter 3">
            <a:extLst>
              <a:ext uri="{FF2B5EF4-FFF2-40B4-BE49-F238E27FC236}">
                <a16:creationId xmlns:a16="http://schemas.microsoft.com/office/drawing/2014/main" id="{B6FC8D8A-9B57-4341-BD7B-D1505C3CC4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8650" y="859400"/>
            <a:ext cx="7886700" cy="329572"/>
          </a:xfrm>
        </p:spPr>
        <p:txBody>
          <a:bodyPr>
            <a:noAutofit/>
          </a:bodyPr>
          <a:lstStyle>
            <a:lvl1pPr marL="0" indent="0">
              <a:buNone/>
              <a:defRPr sz="2400" cap="none" baseline="0">
                <a:solidFill>
                  <a:srgbClr val="6638B6"/>
                </a:solidFill>
              </a:defRPr>
            </a:lvl1pPr>
          </a:lstStyle>
          <a:p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87B1D2-7BB0-614D-82BE-58E3B41D6D2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8650" y="1520825"/>
            <a:ext cx="2447925" cy="36274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FA18FE9D-72F8-F04C-90EF-76D1DD2A624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67425" y="1520825"/>
            <a:ext cx="2447925" cy="36274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4999EF65-6029-6344-9B3A-20BA1B1CF4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48037" y="1520825"/>
            <a:ext cx="2447925" cy="36274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6F94FBC-18DB-2E40-8997-6E5BA93B5C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C51809D3-2317-564B-A9A4-6B86B4A82F72}" type="datetime1">
              <a:rPr lang="de-DE" noProof="0" smtClean="0"/>
              <a:t>29.07.2025</a:t>
            </a:fld>
            <a:endParaRPr lang="de-DE" noProof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1CDA1E2-E9F3-2A4E-A7F3-199EFBEEC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8263" y="5296959"/>
            <a:ext cx="6087474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r>
              <a:rPr lang="de-DE" dirty="0"/>
              <a:t>Titel Vorname Name, Vorlesungsfach, Semester, Thema der Vorlesung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5679563-FA50-7449-8E99-1191529B28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58724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40FBDD77-1809-6B4A-B67E-246783C079C6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624373193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Tex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81EAE5E-546E-BE42-B03F-6636056276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1" y="564203"/>
            <a:ext cx="3742944" cy="1329397"/>
          </a:xfrm>
        </p:spPr>
        <p:txBody>
          <a:bodyPr lIns="0" tIns="0" bIns="0" anchor="b" anchorCtr="0">
            <a:normAutofit/>
          </a:bodyPr>
          <a:lstStyle>
            <a:lvl1pPr algn="l">
              <a:defRPr sz="2400"/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033685-0E3F-BA4C-A6D9-57BF7D32D7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8651" y="2124075"/>
            <a:ext cx="3742933" cy="30241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90935FC-4787-4240-9D02-E6353D9B4E2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0" y="6263"/>
            <a:ext cx="4572000" cy="57150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D464146-553A-BA40-A7D0-E5BAE1042D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C51809D3-2317-564B-A9A4-6B86B4A82F72}" type="datetime1">
              <a:rPr lang="de-DE" noProof="0" smtClean="0"/>
              <a:t>29.07.2025</a:t>
            </a:fld>
            <a:endParaRPr lang="de-DE" noProof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86D3D8A-128B-9E43-AC2A-0192EBB769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8263" y="5296959"/>
            <a:ext cx="6087474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r>
              <a:rPr lang="de-DE" dirty="0"/>
              <a:t>Titel Vorname Name, Vorlesungsfach, Semester, Thema der Vorlesung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A7AEDBC-696E-A642-961D-616EF98BA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58724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40FBDD77-1809-6B4A-B67E-246783C079C6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988972833"/>
      </p:ext>
    </p:extLst>
  </p:cSld>
  <p:clrMapOvr>
    <a:masterClrMapping/>
  </p:clrMapOvr>
  <p:transition spd="slow">
    <p:cover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81EAE5E-546E-BE42-B03F-6636056276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9994" y="564203"/>
            <a:ext cx="3742944" cy="1329397"/>
          </a:xfrm>
        </p:spPr>
        <p:txBody>
          <a:bodyPr lIns="0" tIns="0" bIns="0" anchor="b" anchorCtr="0">
            <a:normAutofit/>
          </a:bodyPr>
          <a:lstStyle>
            <a:lvl1pPr algn="l">
              <a:defRPr sz="2400"/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033685-0E3F-BA4C-A6D9-57BF7D32D7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09994" y="2124075"/>
            <a:ext cx="3742933" cy="30241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90935FC-4787-4240-9D02-E6353D9B4E2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6263"/>
            <a:ext cx="4572000" cy="57150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BCC31FE4-4367-C449-B399-94995AD640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C51809D3-2317-564B-A9A4-6B86B4A82F72}" type="datetime1">
              <a:rPr lang="de-DE" noProof="0" smtClean="0"/>
              <a:t>29.07.2025</a:t>
            </a:fld>
            <a:endParaRPr lang="de-DE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CB18D2E3-D134-F744-A10C-4FBEE929F9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8263" y="5296959"/>
            <a:ext cx="6087474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r>
              <a:rPr lang="de-DE" dirty="0"/>
              <a:t>Titel Vorname Name, Vorlesungsfach, Semester, Thema der Vorlesung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A892C71-87F3-B947-A0F3-F389D8724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58724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40FBDD77-1809-6B4A-B67E-246783C079C6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632151958"/>
      </p:ext>
    </p:extLst>
  </p:cSld>
  <p:clrMapOvr>
    <a:masterClrMapping/>
  </p:clrMapOvr>
  <p:transition spd="slow"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mit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E13C48D-2752-F14E-AB76-42613FAD42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329" y="0"/>
            <a:ext cx="4572000" cy="28225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14582361-B104-754C-A1D2-3F91382CAE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29" y="2892425"/>
            <a:ext cx="4572000" cy="28225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2713B91-A4E3-E348-90A3-BC81D49E53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9994" y="564203"/>
            <a:ext cx="3742944" cy="1329397"/>
          </a:xfrm>
        </p:spPr>
        <p:txBody>
          <a:bodyPr lIns="0" tIns="0" bIns="0" anchor="b" anchorCtr="0">
            <a:normAutofit/>
          </a:bodyPr>
          <a:lstStyle>
            <a:lvl1pPr algn="l">
              <a:defRPr sz="2400"/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  <a:endParaRPr lang="en-US" dirty="0"/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39B2822F-8F7F-B946-B2A9-27435D6104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09994" y="2124075"/>
            <a:ext cx="3742933" cy="30241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AC1A6C8-3E60-A84E-AA7B-B10D214088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C51809D3-2317-564B-A9A4-6B86B4A82F72}" type="datetime1">
              <a:rPr lang="de-DE" noProof="0" smtClean="0"/>
              <a:t>29.07.2025</a:t>
            </a:fld>
            <a:endParaRPr lang="de-DE" noProof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38DA171-9368-0248-A718-BEEED5B92D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8263" y="5296959"/>
            <a:ext cx="6087474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r>
              <a:rPr lang="de-DE" dirty="0"/>
              <a:t>Titel Vorname Name, Vorlesungsfach, Semester, Thema der Vorlesung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A965F81-5E9E-D04E-9BAF-F76E75E8E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58724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40FBDD77-1809-6B4A-B67E-246783C079C6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92167133"/>
      </p:ext>
    </p:extLst>
  </p:cSld>
  <p:clrMapOvr>
    <a:masterClrMapping/>
  </p:clrMapOvr>
  <p:transition spd="slow">
    <p:cover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mit Tex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E13C48D-2752-F14E-AB76-42613FAD42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0" y="0"/>
            <a:ext cx="4572000" cy="28225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14582361-B104-754C-A1D2-3F91382CAE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0" y="2892425"/>
            <a:ext cx="4572000" cy="28225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A01A84-079B-384E-9152-6284EC77D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1" y="564203"/>
            <a:ext cx="3742944" cy="1329397"/>
          </a:xfrm>
        </p:spPr>
        <p:txBody>
          <a:bodyPr lIns="0" tIns="0" bIns="0" anchor="b" anchorCtr="0">
            <a:normAutofit/>
          </a:bodyPr>
          <a:lstStyle>
            <a:lvl1pPr algn="l">
              <a:defRPr sz="2400"/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  <a:endParaRPr lang="en-US"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C9E3FAB0-8211-1B43-B2CF-1E201B5A95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8651" y="2124075"/>
            <a:ext cx="3742933" cy="30241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995CC0E1-7876-0244-BDC1-57EC31D80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C51809D3-2317-564B-A9A4-6B86B4A82F72}" type="datetime1">
              <a:rPr lang="de-DE" noProof="0" smtClean="0"/>
              <a:t>29.07.2025</a:t>
            </a:fld>
            <a:endParaRPr lang="de-DE" noProof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498D651-5110-9344-8577-1244F6A694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8263" y="5296959"/>
            <a:ext cx="6087474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r>
              <a:rPr lang="de-DE" dirty="0"/>
              <a:t>Titel Vorname Name, Vorlesungsfach, Semester, Thema der Vorlesung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3FBCC8E-6EB5-2C45-9F74-270F597C3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58724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40FBDD77-1809-6B4A-B67E-246783C079C6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252773740"/>
      </p:ext>
    </p:extLst>
  </p:cSld>
  <p:clrMapOvr>
    <a:masterClrMapping/>
  </p:clrMapOvr>
  <p:transition spd="slow">
    <p:cover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Bilder mit Tex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F755E2EB-02C3-2546-93A2-73443535981B}"/>
              </a:ext>
            </a:extLst>
          </p:cNvPr>
          <p:cNvSpPr>
            <a:spLocks noGrp="1"/>
          </p:cNvSpPr>
          <p:nvPr>
            <p:ph type="pic" idx="19" hasCustomPrompt="1"/>
          </p:nvPr>
        </p:nvSpPr>
        <p:spPr>
          <a:xfrm>
            <a:off x="4565512" y="0"/>
            <a:ext cx="2253600" cy="28229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</a:t>
            </a:r>
            <a:br>
              <a:rPr lang="de-DE"/>
            </a:br>
            <a:r>
              <a:rPr lang="de-DE"/>
              <a:t>auf Symbol hinzufügen</a:t>
            </a:r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BC4512D0-169C-7F48-9DB2-7F3C0CBA1B59}"/>
              </a:ext>
            </a:extLst>
          </p:cNvPr>
          <p:cNvSpPr>
            <a:spLocks noGrp="1"/>
          </p:cNvSpPr>
          <p:nvPr>
            <p:ph type="pic" idx="23" hasCustomPrompt="1"/>
          </p:nvPr>
        </p:nvSpPr>
        <p:spPr>
          <a:xfrm>
            <a:off x="6890400" y="0"/>
            <a:ext cx="2253600" cy="28229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</a:t>
            </a:r>
            <a:br>
              <a:rPr lang="de-DE"/>
            </a:br>
            <a:r>
              <a:rPr lang="de-DE"/>
              <a:t>auf Symbol hinzufügen</a:t>
            </a:r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2D0940A4-C71E-6043-B052-8FEFF76EB2FE}"/>
              </a:ext>
            </a:extLst>
          </p:cNvPr>
          <p:cNvSpPr>
            <a:spLocks noGrp="1"/>
          </p:cNvSpPr>
          <p:nvPr>
            <p:ph type="pic" idx="24" hasCustomPrompt="1"/>
          </p:nvPr>
        </p:nvSpPr>
        <p:spPr>
          <a:xfrm>
            <a:off x="4565513" y="2877206"/>
            <a:ext cx="2253600" cy="283779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</a:t>
            </a:r>
            <a:br>
              <a:rPr lang="de-DE"/>
            </a:br>
            <a:r>
              <a:rPr lang="de-DE"/>
              <a:t>auf Symbol hinzufügen</a:t>
            </a:r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430A858-1814-E342-AEF4-F33E9EF4A879}"/>
              </a:ext>
            </a:extLst>
          </p:cNvPr>
          <p:cNvSpPr>
            <a:spLocks noGrp="1"/>
          </p:cNvSpPr>
          <p:nvPr>
            <p:ph type="pic" idx="25" hasCustomPrompt="1"/>
          </p:nvPr>
        </p:nvSpPr>
        <p:spPr>
          <a:xfrm>
            <a:off x="6890400" y="2877207"/>
            <a:ext cx="2253600" cy="283779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</a:t>
            </a:r>
            <a:br>
              <a:rPr lang="de-DE"/>
            </a:br>
            <a:r>
              <a:rPr lang="de-DE"/>
              <a:t>auf Symbol hinzufügen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192EBBC-6E59-F24B-B8BF-BB415FD8F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1" y="564203"/>
            <a:ext cx="3742944" cy="1329397"/>
          </a:xfrm>
        </p:spPr>
        <p:txBody>
          <a:bodyPr lIns="0" tIns="0" bIns="0" anchor="b" anchorCtr="0">
            <a:normAutofit/>
          </a:bodyPr>
          <a:lstStyle>
            <a:lvl1pPr algn="l">
              <a:defRPr sz="2400"/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  <a:endParaRPr lang="en-US" dirty="0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224AAF84-B47F-9444-B6D8-2AAA8D1D9E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8651" y="2124075"/>
            <a:ext cx="3742933" cy="30241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5D70710C-BF3A-B34F-8607-741FB81C53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C51809D3-2317-564B-A9A4-6B86B4A82F72}" type="datetime1">
              <a:rPr lang="de-DE" noProof="0" smtClean="0"/>
              <a:t>29.07.2025</a:t>
            </a:fld>
            <a:endParaRPr lang="de-DE" noProof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0328595E-A782-9C46-ADEF-27E53F0A06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8263" y="5296959"/>
            <a:ext cx="6087474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r>
              <a:rPr lang="de-DE" dirty="0"/>
              <a:t>Titel Vorname Name, Vorlesungsfach, Semester, Thema der Vorlesung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E97FAE4-6B24-B446-B01D-73F6C44189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58724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40FBDD77-1809-6B4A-B67E-246783C079C6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915967069"/>
      </p:ext>
    </p:extLst>
  </p:cSld>
  <p:clrMapOvr>
    <a:masterClrMapping/>
  </p:clrMapOvr>
  <p:transition spd="slow">
    <p:cover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Bilder mit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F755E2EB-02C3-2546-93A2-73443535981B}"/>
              </a:ext>
            </a:extLst>
          </p:cNvPr>
          <p:cNvSpPr>
            <a:spLocks noGrp="1"/>
          </p:cNvSpPr>
          <p:nvPr>
            <p:ph type="pic" idx="19" hasCustomPrompt="1"/>
          </p:nvPr>
        </p:nvSpPr>
        <p:spPr>
          <a:xfrm>
            <a:off x="0" y="0"/>
            <a:ext cx="2253600" cy="28229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</a:t>
            </a:r>
            <a:br>
              <a:rPr lang="de-DE"/>
            </a:br>
            <a:r>
              <a:rPr lang="de-DE"/>
              <a:t>auf Symbol hinzufügen</a:t>
            </a:r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BC4512D0-169C-7F48-9DB2-7F3C0CBA1B59}"/>
              </a:ext>
            </a:extLst>
          </p:cNvPr>
          <p:cNvSpPr>
            <a:spLocks noGrp="1"/>
          </p:cNvSpPr>
          <p:nvPr>
            <p:ph type="pic" idx="23" hasCustomPrompt="1"/>
          </p:nvPr>
        </p:nvSpPr>
        <p:spPr>
          <a:xfrm>
            <a:off x="2324888" y="0"/>
            <a:ext cx="2253600" cy="28229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</a:t>
            </a:r>
            <a:br>
              <a:rPr lang="de-DE"/>
            </a:br>
            <a:r>
              <a:rPr lang="de-DE"/>
              <a:t>auf Symbol hinzufügen</a:t>
            </a:r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2D0940A4-C71E-6043-B052-8FEFF76EB2FE}"/>
              </a:ext>
            </a:extLst>
          </p:cNvPr>
          <p:cNvSpPr>
            <a:spLocks noGrp="1"/>
          </p:cNvSpPr>
          <p:nvPr>
            <p:ph type="pic" idx="24" hasCustomPrompt="1"/>
          </p:nvPr>
        </p:nvSpPr>
        <p:spPr>
          <a:xfrm>
            <a:off x="1" y="2877206"/>
            <a:ext cx="2253600" cy="283779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</a:t>
            </a:r>
            <a:br>
              <a:rPr lang="de-DE"/>
            </a:br>
            <a:r>
              <a:rPr lang="de-DE"/>
              <a:t>auf Symbol hinzufügen</a:t>
            </a:r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430A858-1814-E342-AEF4-F33E9EF4A879}"/>
              </a:ext>
            </a:extLst>
          </p:cNvPr>
          <p:cNvSpPr>
            <a:spLocks noGrp="1"/>
          </p:cNvSpPr>
          <p:nvPr>
            <p:ph type="pic" idx="25" hasCustomPrompt="1"/>
          </p:nvPr>
        </p:nvSpPr>
        <p:spPr>
          <a:xfrm>
            <a:off x="2324888" y="2877207"/>
            <a:ext cx="2253600" cy="283779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</a:t>
            </a:r>
            <a:br>
              <a:rPr lang="de-DE"/>
            </a:br>
            <a:r>
              <a:rPr lang="de-DE"/>
              <a:t>auf Symbol hinzufügen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A296217-1A68-3440-BAD4-16D480CD1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9994" y="564203"/>
            <a:ext cx="3742944" cy="1329397"/>
          </a:xfrm>
        </p:spPr>
        <p:txBody>
          <a:bodyPr lIns="0" tIns="0" bIns="0" anchor="b" anchorCtr="0">
            <a:normAutofit/>
          </a:bodyPr>
          <a:lstStyle>
            <a:lvl1pPr algn="l">
              <a:defRPr sz="2400"/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  <a:endParaRPr lang="en-US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49BBCC7-598A-CD4B-8304-D8743D6314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09994" y="2124075"/>
            <a:ext cx="3742933" cy="30241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02C3F9D-005F-D24B-8976-44BBB3F90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C51809D3-2317-564B-A9A4-6B86B4A82F72}" type="datetime1">
              <a:rPr lang="de-DE" noProof="0" smtClean="0"/>
              <a:t>29.07.2025</a:t>
            </a:fld>
            <a:endParaRPr lang="de-DE" noProof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982DEF9B-7DD9-D540-8EAB-7AD98C83E2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8263" y="5296959"/>
            <a:ext cx="6087474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r>
              <a:rPr lang="de-DE" dirty="0"/>
              <a:t>Titel Vorname Name, Vorlesungsfach, Semester, Thema der Vorlesung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2D73408-68FD-C744-82F0-BC08E6DBF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58724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40FBDD77-1809-6B4A-B67E-246783C079C6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257287282"/>
      </p:ext>
    </p:extLst>
  </p:cSld>
  <p:clrMapOvr>
    <a:masterClrMapping/>
  </p:clrMapOvr>
  <p:transition spd="slow">
    <p:cover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FE3368FC-3404-BC4C-922D-306CDC5AA7EC}"/>
              </a:ext>
            </a:extLst>
          </p:cNvPr>
          <p:cNvSpPr txBox="1"/>
          <p:nvPr userDrawn="1"/>
        </p:nvSpPr>
        <p:spPr>
          <a:xfrm>
            <a:off x="4578875" y="687519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rmAutofit fontScale="25000" lnSpcReduction="20000"/>
          </a:bodyPr>
          <a:lstStyle/>
          <a:p>
            <a:pPr algn="l"/>
            <a:endParaRPr lang="de-DE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52747E-353E-6B47-A41C-53C32A62E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64203"/>
            <a:ext cx="7886700" cy="295197"/>
          </a:xfrm>
        </p:spPr>
        <p:txBody>
          <a:bodyPr>
            <a:noAutofit/>
          </a:bodyPr>
          <a:lstStyle>
            <a:lvl1pPr>
              <a:defRPr sz="2400" b="1" i="0">
                <a:latin typeface="Barlow Semi Condensed" pitchFamily="2" charset="77"/>
                <a:cs typeface="Arial Black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B392D302-9CBC-B041-9931-AEE3AC1D94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8650" y="859400"/>
            <a:ext cx="7886700" cy="329572"/>
          </a:xfrm>
        </p:spPr>
        <p:txBody>
          <a:bodyPr>
            <a:noAutofit/>
          </a:bodyPr>
          <a:lstStyle>
            <a:lvl1pPr marL="0" indent="0">
              <a:buNone/>
              <a:defRPr sz="2400" cap="none" baseline="0">
                <a:solidFill>
                  <a:srgbClr val="6638B6"/>
                </a:solidFill>
              </a:defRPr>
            </a:lvl1pPr>
          </a:lstStyle>
          <a:p>
            <a:r>
              <a:rPr lang="de-DE" dirty="0"/>
              <a:t>Mastertextformat bearbeiten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C5F4B41-9E41-114C-95E1-F4BD77B306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C51809D3-2317-564B-A9A4-6B86B4A82F72}" type="datetime1">
              <a:rPr lang="de-DE" noProof="0" smtClean="0"/>
              <a:t>29.07.2025</a:t>
            </a:fld>
            <a:endParaRPr lang="de-DE" noProof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40AEC00-931D-C043-B02C-E9F245F1E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8263" y="5296959"/>
            <a:ext cx="6087474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r>
              <a:rPr lang="de-DE" dirty="0"/>
              <a:t>Titel Vorname Name, Vorlesungsfach, Semester, Thema der Vorlesung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FD3409D-8535-DD49-B5D6-D598FABCB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58724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40FBDD77-1809-6B4A-B67E-246783C079C6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958819492"/>
      </p:ext>
    </p:extLst>
  </p:cSld>
  <p:clrMapOvr>
    <a:masterClrMapping/>
  </p:clrMapOvr>
  <p:transition spd="slow">
    <p:cover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feld 14">
            <a:extLst>
              <a:ext uri="{FF2B5EF4-FFF2-40B4-BE49-F238E27FC236}">
                <a16:creationId xmlns:a16="http://schemas.microsoft.com/office/drawing/2014/main" id="{E0D61459-83F6-4546-86C8-AF0D087D02BA}"/>
              </a:ext>
            </a:extLst>
          </p:cNvPr>
          <p:cNvSpPr txBox="1"/>
          <p:nvPr userDrawn="1"/>
        </p:nvSpPr>
        <p:spPr>
          <a:xfrm>
            <a:off x="4578875" y="687519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rmAutofit fontScale="25000" lnSpcReduction="20000"/>
          </a:bodyPr>
          <a:lstStyle/>
          <a:p>
            <a:pPr algn="l"/>
            <a:endParaRPr lang="de-DE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D07517D-ABB4-164D-AE1A-C4F58B5227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C51809D3-2317-564B-A9A4-6B86B4A82F72}" type="datetime1">
              <a:rPr lang="de-DE" noProof="0" smtClean="0"/>
              <a:t>29.07.2025</a:t>
            </a:fld>
            <a:endParaRPr lang="de-DE" noProof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F89B9FF-18DA-1847-91FA-5BD1825EF7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8263" y="5296959"/>
            <a:ext cx="6087474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r>
              <a:rPr lang="de-DE" dirty="0"/>
              <a:t>Titel Vorname Name, Vorlesungsfach, Semester, Thema der Vorlesung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582CAA4-2363-F546-91F4-48112EDF1A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58724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40FBDD77-1809-6B4A-B67E-246783C079C6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717727218"/>
      </p:ext>
    </p:extLst>
  </p:cSld>
  <p:clrMapOvr>
    <a:masterClrMapping/>
  </p:clrMapOvr>
  <p:transition spd="slow">
    <p:cover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allgemein">
    <p:bg>
      <p:bgPr>
        <a:solidFill>
          <a:srgbClr val="6638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3">
            <a:extLst>
              <a:ext uri="{FF2B5EF4-FFF2-40B4-BE49-F238E27FC236}">
                <a16:creationId xmlns:a16="http://schemas.microsoft.com/office/drawing/2014/main" id="{F52A9C96-97A5-2045-A356-001C6098BC1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887569" y="179635"/>
            <a:ext cx="5008433" cy="5322187"/>
            <a:chOff x="2134" y="2246"/>
            <a:chExt cx="862" cy="916"/>
          </a:xfrm>
          <a:solidFill>
            <a:schemeClr val="tx1">
              <a:alpha val="10000"/>
            </a:schemeClr>
          </a:solidFill>
        </p:grpSpPr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04BCEBE1-5776-EE49-B3F3-922F6B5D2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2" y="2245"/>
              <a:ext cx="865" cy="918"/>
            </a:xfrm>
            <a:custGeom>
              <a:avLst/>
              <a:gdLst>
                <a:gd name="T0" fmla="*/ 3498 w 3817"/>
                <a:gd name="T1" fmla="*/ 455 h 4052"/>
                <a:gd name="T2" fmla="*/ 3469 w 3817"/>
                <a:gd name="T3" fmla="*/ 706 h 4052"/>
                <a:gd name="T4" fmla="*/ 2731 w 3817"/>
                <a:gd name="T5" fmla="*/ 799 h 4052"/>
                <a:gd name="T6" fmla="*/ 2916 w 3817"/>
                <a:gd name="T7" fmla="*/ 534 h 4052"/>
                <a:gd name="T8" fmla="*/ 2385 w 3817"/>
                <a:gd name="T9" fmla="*/ 479 h 4052"/>
                <a:gd name="T10" fmla="*/ 2588 w 3817"/>
                <a:gd name="T11" fmla="*/ 309 h 4052"/>
                <a:gd name="T12" fmla="*/ 2654 w 3817"/>
                <a:gd name="T13" fmla="*/ 375 h 4052"/>
                <a:gd name="T14" fmla="*/ 2972 w 3817"/>
                <a:gd name="T15" fmla="*/ 238 h 4052"/>
                <a:gd name="T16" fmla="*/ 2945 w 3817"/>
                <a:gd name="T17" fmla="*/ 8 h 4052"/>
                <a:gd name="T18" fmla="*/ 1888 w 3817"/>
                <a:gd name="T19" fmla="*/ 63 h 4052"/>
                <a:gd name="T20" fmla="*/ 1653 w 3817"/>
                <a:gd name="T21" fmla="*/ 106 h 4052"/>
                <a:gd name="T22" fmla="*/ 1515 w 3817"/>
                <a:gd name="T23" fmla="*/ 693 h 4052"/>
                <a:gd name="T24" fmla="*/ 1727 w 3817"/>
                <a:gd name="T25" fmla="*/ 2094 h 4052"/>
                <a:gd name="T26" fmla="*/ 1013 w 3817"/>
                <a:gd name="T27" fmla="*/ 1857 h 4052"/>
                <a:gd name="T28" fmla="*/ 1013 w 3817"/>
                <a:gd name="T29" fmla="*/ 957 h 4052"/>
                <a:gd name="T30" fmla="*/ 11 w 3817"/>
                <a:gd name="T31" fmla="*/ 928 h 4052"/>
                <a:gd name="T32" fmla="*/ 230 w 3817"/>
                <a:gd name="T33" fmla="*/ 1351 h 4052"/>
                <a:gd name="T34" fmla="*/ 301 w 3817"/>
                <a:gd name="T35" fmla="*/ 1166 h 4052"/>
                <a:gd name="T36" fmla="*/ 497 w 3817"/>
                <a:gd name="T37" fmla="*/ 674 h 4052"/>
                <a:gd name="T38" fmla="*/ 801 w 3817"/>
                <a:gd name="T39" fmla="*/ 1857 h 4052"/>
                <a:gd name="T40" fmla="*/ 1143 w 3817"/>
                <a:gd name="T41" fmla="*/ 3077 h 4052"/>
                <a:gd name="T42" fmla="*/ 1341 w 3817"/>
                <a:gd name="T43" fmla="*/ 4024 h 4052"/>
                <a:gd name="T44" fmla="*/ 1992 w 3817"/>
                <a:gd name="T45" fmla="*/ 4051 h 4052"/>
                <a:gd name="T46" fmla="*/ 2018 w 3817"/>
                <a:gd name="T47" fmla="*/ 3971 h 4052"/>
                <a:gd name="T48" fmla="*/ 1627 w 3817"/>
                <a:gd name="T49" fmla="*/ 3733 h 4052"/>
                <a:gd name="T50" fmla="*/ 1465 w 3817"/>
                <a:gd name="T51" fmla="*/ 3495 h 4052"/>
                <a:gd name="T52" fmla="*/ 1941 w 3817"/>
                <a:gd name="T53" fmla="*/ 3072 h 4052"/>
                <a:gd name="T54" fmla="*/ 2125 w 3817"/>
                <a:gd name="T55" fmla="*/ 3495 h 4052"/>
                <a:gd name="T56" fmla="*/ 2676 w 3817"/>
                <a:gd name="T57" fmla="*/ 4051 h 4052"/>
                <a:gd name="T58" fmla="*/ 3260 w 3817"/>
                <a:gd name="T59" fmla="*/ 4024 h 4052"/>
                <a:gd name="T60" fmla="*/ 3022 w 3817"/>
                <a:gd name="T61" fmla="*/ 3733 h 4052"/>
                <a:gd name="T62" fmla="*/ 2768 w 3817"/>
                <a:gd name="T63" fmla="*/ 3712 h 4052"/>
                <a:gd name="T64" fmla="*/ 2810 w 3817"/>
                <a:gd name="T65" fmla="*/ 3178 h 4052"/>
                <a:gd name="T66" fmla="*/ 2861 w 3817"/>
                <a:gd name="T67" fmla="*/ 2234 h 4052"/>
                <a:gd name="T68" fmla="*/ 3784 w 3817"/>
                <a:gd name="T69" fmla="*/ 2080 h 4052"/>
                <a:gd name="T70" fmla="*/ 3816 w 3817"/>
                <a:gd name="T71" fmla="*/ 1460 h 4052"/>
                <a:gd name="T72" fmla="*/ 3736 w 3817"/>
                <a:gd name="T73" fmla="*/ 1433 h 4052"/>
                <a:gd name="T74" fmla="*/ 3498 w 3817"/>
                <a:gd name="T75" fmla="*/ 1777 h 4052"/>
                <a:gd name="T76" fmla="*/ 3112 w 3817"/>
                <a:gd name="T77" fmla="*/ 1804 h 4052"/>
                <a:gd name="T78" fmla="*/ 3154 w 3817"/>
                <a:gd name="T79" fmla="*/ 1539 h 4052"/>
                <a:gd name="T80" fmla="*/ 3816 w 3817"/>
                <a:gd name="T81" fmla="*/ 857 h 4052"/>
                <a:gd name="T82" fmla="*/ 3789 w 3817"/>
                <a:gd name="T83" fmla="*/ 217 h 4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817" h="4052">
                  <a:moveTo>
                    <a:pt x="3736" y="217"/>
                  </a:moveTo>
                  <a:cubicBezTo>
                    <a:pt x="3604" y="217"/>
                    <a:pt x="3498" y="322"/>
                    <a:pt x="3498" y="455"/>
                  </a:cubicBezTo>
                  <a:cubicBezTo>
                    <a:pt x="3498" y="523"/>
                    <a:pt x="3498" y="590"/>
                    <a:pt x="3498" y="658"/>
                  </a:cubicBezTo>
                  <a:cubicBezTo>
                    <a:pt x="3498" y="680"/>
                    <a:pt x="3488" y="698"/>
                    <a:pt x="3469" y="706"/>
                  </a:cubicBezTo>
                  <a:cubicBezTo>
                    <a:pt x="3289" y="792"/>
                    <a:pt x="3108" y="878"/>
                    <a:pt x="2927" y="965"/>
                  </a:cubicBezTo>
                  <a:cubicBezTo>
                    <a:pt x="2826" y="851"/>
                    <a:pt x="2797" y="854"/>
                    <a:pt x="2731" y="799"/>
                  </a:cubicBezTo>
                  <a:cubicBezTo>
                    <a:pt x="2834" y="799"/>
                    <a:pt x="2916" y="717"/>
                    <a:pt x="2916" y="613"/>
                  </a:cubicBezTo>
                  <a:cubicBezTo>
                    <a:pt x="2916" y="587"/>
                    <a:pt x="2916" y="560"/>
                    <a:pt x="2916" y="534"/>
                  </a:cubicBezTo>
                  <a:cubicBezTo>
                    <a:pt x="2775" y="534"/>
                    <a:pt x="2634" y="534"/>
                    <a:pt x="2493" y="534"/>
                  </a:cubicBezTo>
                  <a:cubicBezTo>
                    <a:pt x="2453" y="534"/>
                    <a:pt x="2411" y="516"/>
                    <a:pt x="2385" y="479"/>
                  </a:cubicBezTo>
                  <a:cubicBezTo>
                    <a:pt x="2353" y="436"/>
                    <a:pt x="2353" y="375"/>
                    <a:pt x="2382" y="330"/>
                  </a:cubicBezTo>
                  <a:cubicBezTo>
                    <a:pt x="2430" y="256"/>
                    <a:pt x="2530" y="251"/>
                    <a:pt x="2588" y="309"/>
                  </a:cubicBezTo>
                  <a:cubicBezTo>
                    <a:pt x="2610" y="331"/>
                    <a:pt x="2632" y="353"/>
                    <a:pt x="2654" y="375"/>
                  </a:cubicBezTo>
                  <a:lnTo>
                    <a:pt x="2654" y="375"/>
                  </a:lnTo>
                  <a:cubicBezTo>
                    <a:pt x="2691" y="412"/>
                    <a:pt x="2742" y="434"/>
                    <a:pt x="2800" y="428"/>
                  </a:cubicBezTo>
                  <a:cubicBezTo>
                    <a:pt x="2898" y="420"/>
                    <a:pt x="2972" y="336"/>
                    <a:pt x="2972" y="238"/>
                  </a:cubicBezTo>
                  <a:cubicBezTo>
                    <a:pt x="2972" y="170"/>
                    <a:pt x="2972" y="102"/>
                    <a:pt x="2972" y="34"/>
                  </a:cubicBezTo>
                  <a:cubicBezTo>
                    <a:pt x="2972" y="18"/>
                    <a:pt x="2961" y="8"/>
                    <a:pt x="2945" y="8"/>
                  </a:cubicBezTo>
                  <a:cubicBezTo>
                    <a:pt x="2689" y="8"/>
                    <a:pt x="2433" y="8"/>
                    <a:pt x="2176" y="8"/>
                  </a:cubicBezTo>
                  <a:cubicBezTo>
                    <a:pt x="2081" y="8"/>
                    <a:pt x="1981" y="26"/>
                    <a:pt x="1888" y="63"/>
                  </a:cubicBezTo>
                  <a:cubicBezTo>
                    <a:pt x="1862" y="24"/>
                    <a:pt x="1812" y="0"/>
                    <a:pt x="1759" y="8"/>
                  </a:cubicBezTo>
                  <a:cubicBezTo>
                    <a:pt x="1709" y="16"/>
                    <a:pt x="1664" y="55"/>
                    <a:pt x="1653" y="106"/>
                  </a:cubicBezTo>
                  <a:cubicBezTo>
                    <a:pt x="1642" y="145"/>
                    <a:pt x="1650" y="180"/>
                    <a:pt x="1669" y="209"/>
                  </a:cubicBezTo>
                  <a:cubicBezTo>
                    <a:pt x="1563" y="320"/>
                    <a:pt x="1497" y="479"/>
                    <a:pt x="1515" y="693"/>
                  </a:cubicBezTo>
                  <a:cubicBezTo>
                    <a:pt x="1550" y="1084"/>
                    <a:pt x="1783" y="1365"/>
                    <a:pt x="1833" y="1618"/>
                  </a:cubicBezTo>
                  <a:cubicBezTo>
                    <a:pt x="1854" y="1724"/>
                    <a:pt x="1865" y="1915"/>
                    <a:pt x="1727" y="2094"/>
                  </a:cubicBezTo>
                  <a:cubicBezTo>
                    <a:pt x="1616" y="2239"/>
                    <a:pt x="1465" y="2316"/>
                    <a:pt x="1362" y="2353"/>
                  </a:cubicBezTo>
                  <a:cubicBezTo>
                    <a:pt x="1158" y="2279"/>
                    <a:pt x="1013" y="2083"/>
                    <a:pt x="1013" y="1857"/>
                  </a:cubicBezTo>
                  <a:cubicBezTo>
                    <a:pt x="1013" y="1557"/>
                    <a:pt x="1013" y="1257"/>
                    <a:pt x="1013" y="957"/>
                  </a:cubicBezTo>
                  <a:lnTo>
                    <a:pt x="1013" y="957"/>
                  </a:lnTo>
                  <a:cubicBezTo>
                    <a:pt x="1008" y="674"/>
                    <a:pt x="770" y="447"/>
                    <a:pt x="481" y="463"/>
                  </a:cubicBezTo>
                  <a:cubicBezTo>
                    <a:pt x="233" y="476"/>
                    <a:pt x="26" y="680"/>
                    <a:pt x="11" y="928"/>
                  </a:cubicBezTo>
                  <a:cubicBezTo>
                    <a:pt x="0" y="1076"/>
                    <a:pt x="53" y="1216"/>
                    <a:pt x="156" y="1320"/>
                  </a:cubicBezTo>
                  <a:cubicBezTo>
                    <a:pt x="177" y="1341"/>
                    <a:pt x="203" y="1351"/>
                    <a:pt x="230" y="1351"/>
                  </a:cubicBezTo>
                  <a:cubicBezTo>
                    <a:pt x="256" y="1351"/>
                    <a:pt x="283" y="1341"/>
                    <a:pt x="301" y="1322"/>
                  </a:cubicBezTo>
                  <a:cubicBezTo>
                    <a:pt x="346" y="1280"/>
                    <a:pt x="344" y="1211"/>
                    <a:pt x="301" y="1166"/>
                  </a:cubicBezTo>
                  <a:cubicBezTo>
                    <a:pt x="243" y="1105"/>
                    <a:pt x="212" y="1023"/>
                    <a:pt x="220" y="936"/>
                  </a:cubicBezTo>
                  <a:cubicBezTo>
                    <a:pt x="233" y="793"/>
                    <a:pt x="354" y="680"/>
                    <a:pt x="497" y="674"/>
                  </a:cubicBezTo>
                  <a:cubicBezTo>
                    <a:pt x="664" y="666"/>
                    <a:pt x="801" y="801"/>
                    <a:pt x="801" y="965"/>
                  </a:cubicBezTo>
                  <a:cubicBezTo>
                    <a:pt x="801" y="1262"/>
                    <a:pt x="801" y="1559"/>
                    <a:pt x="801" y="1857"/>
                  </a:cubicBezTo>
                  <a:cubicBezTo>
                    <a:pt x="801" y="2160"/>
                    <a:pt x="987" y="2424"/>
                    <a:pt x="1251" y="2535"/>
                  </a:cubicBezTo>
                  <a:cubicBezTo>
                    <a:pt x="1248" y="2712"/>
                    <a:pt x="1232" y="2972"/>
                    <a:pt x="1143" y="3077"/>
                  </a:cubicBezTo>
                  <a:cubicBezTo>
                    <a:pt x="1037" y="3199"/>
                    <a:pt x="985" y="3180"/>
                    <a:pt x="907" y="3231"/>
                  </a:cubicBezTo>
                  <a:cubicBezTo>
                    <a:pt x="1051" y="3495"/>
                    <a:pt x="1196" y="3760"/>
                    <a:pt x="1341" y="4024"/>
                  </a:cubicBezTo>
                  <a:cubicBezTo>
                    <a:pt x="1352" y="4040"/>
                    <a:pt x="1367" y="4051"/>
                    <a:pt x="1389" y="4051"/>
                  </a:cubicBezTo>
                  <a:cubicBezTo>
                    <a:pt x="1590" y="4051"/>
                    <a:pt x="1791" y="4051"/>
                    <a:pt x="1992" y="4051"/>
                  </a:cubicBezTo>
                  <a:cubicBezTo>
                    <a:pt x="2007" y="4051"/>
                    <a:pt x="2018" y="4040"/>
                    <a:pt x="2018" y="4024"/>
                  </a:cubicBezTo>
                  <a:cubicBezTo>
                    <a:pt x="2018" y="4006"/>
                    <a:pt x="2018" y="3989"/>
                    <a:pt x="2018" y="3971"/>
                  </a:cubicBezTo>
                  <a:cubicBezTo>
                    <a:pt x="2018" y="3839"/>
                    <a:pt x="1912" y="3733"/>
                    <a:pt x="1780" y="3733"/>
                  </a:cubicBezTo>
                  <a:cubicBezTo>
                    <a:pt x="1729" y="3733"/>
                    <a:pt x="1678" y="3733"/>
                    <a:pt x="1627" y="3733"/>
                  </a:cubicBezTo>
                  <a:cubicBezTo>
                    <a:pt x="1608" y="3733"/>
                    <a:pt x="1590" y="3723"/>
                    <a:pt x="1582" y="3707"/>
                  </a:cubicBezTo>
                  <a:cubicBezTo>
                    <a:pt x="1543" y="3636"/>
                    <a:pt x="1504" y="3566"/>
                    <a:pt x="1465" y="3495"/>
                  </a:cubicBezTo>
                  <a:cubicBezTo>
                    <a:pt x="1571" y="3451"/>
                    <a:pt x="1658" y="3466"/>
                    <a:pt x="1783" y="3363"/>
                  </a:cubicBezTo>
                  <a:cubicBezTo>
                    <a:pt x="1907" y="3260"/>
                    <a:pt x="1888" y="3169"/>
                    <a:pt x="1941" y="3072"/>
                  </a:cubicBezTo>
                  <a:cubicBezTo>
                    <a:pt x="2032" y="3162"/>
                    <a:pt x="2205" y="3210"/>
                    <a:pt x="2213" y="3342"/>
                  </a:cubicBezTo>
                  <a:cubicBezTo>
                    <a:pt x="2218" y="3448"/>
                    <a:pt x="2155" y="3444"/>
                    <a:pt x="2125" y="3495"/>
                  </a:cubicBezTo>
                  <a:cubicBezTo>
                    <a:pt x="2297" y="3675"/>
                    <a:pt x="2468" y="3855"/>
                    <a:pt x="2639" y="4035"/>
                  </a:cubicBezTo>
                  <a:cubicBezTo>
                    <a:pt x="2649" y="4045"/>
                    <a:pt x="2662" y="4051"/>
                    <a:pt x="2676" y="4051"/>
                  </a:cubicBezTo>
                  <a:cubicBezTo>
                    <a:pt x="2862" y="4051"/>
                    <a:pt x="3048" y="4051"/>
                    <a:pt x="3234" y="4051"/>
                  </a:cubicBezTo>
                  <a:cubicBezTo>
                    <a:pt x="3250" y="4051"/>
                    <a:pt x="3260" y="4040"/>
                    <a:pt x="3260" y="4024"/>
                  </a:cubicBezTo>
                  <a:cubicBezTo>
                    <a:pt x="3260" y="4006"/>
                    <a:pt x="3260" y="3989"/>
                    <a:pt x="3260" y="3971"/>
                  </a:cubicBezTo>
                  <a:cubicBezTo>
                    <a:pt x="3260" y="3839"/>
                    <a:pt x="3154" y="3733"/>
                    <a:pt x="3022" y="3733"/>
                  </a:cubicBezTo>
                  <a:cubicBezTo>
                    <a:pt x="2952" y="3733"/>
                    <a:pt x="2881" y="3733"/>
                    <a:pt x="2810" y="3733"/>
                  </a:cubicBezTo>
                  <a:cubicBezTo>
                    <a:pt x="2795" y="3733"/>
                    <a:pt x="2776" y="3725"/>
                    <a:pt x="2768" y="3712"/>
                  </a:cubicBezTo>
                  <a:cubicBezTo>
                    <a:pt x="2730" y="3657"/>
                    <a:pt x="2691" y="3603"/>
                    <a:pt x="2652" y="3548"/>
                  </a:cubicBezTo>
                  <a:cubicBezTo>
                    <a:pt x="2705" y="3425"/>
                    <a:pt x="2810" y="3390"/>
                    <a:pt x="2810" y="3178"/>
                  </a:cubicBezTo>
                  <a:cubicBezTo>
                    <a:pt x="2810" y="2993"/>
                    <a:pt x="2599" y="2790"/>
                    <a:pt x="2493" y="2596"/>
                  </a:cubicBezTo>
                  <a:cubicBezTo>
                    <a:pt x="2616" y="2476"/>
                    <a:pt x="2686" y="2451"/>
                    <a:pt x="2861" y="2234"/>
                  </a:cubicBezTo>
                  <a:cubicBezTo>
                    <a:pt x="2906" y="2293"/>
                    <a:pt x="2951" y="2352"/>
                    <a:pt x="2996" y="2411"/>
                  </a:cubicBezTo>
                  <a:cubicBezTo>
                    <a:pt x="3259" y="2301"/>
                    <a:pt x="3521" y="2191"/>
                    <a:pt x="3784" y="2080"/>
                  </a:cubicBezTo>
                  <a:cubicBezTo>
                    <a:pt x="3802" y="2072"/>
                    <a:pt x="3816" y="2054"/>
                    <a:pt x="3816" y="2033"/>
                  </a:cubicBezTo>
                  <a:cubicBezTo>
                    <a:pt x="3816" y="1842"/>
                    <a:pt x="3816" y="1651"/>
                    <a:pt x="3816" y="1460"/>
                  </a:cubicBezTo>
                  <a:cubicBezTo>
                    <a:pt x="3816" y="1444"/>
                    <a:pt x="3805" y="1433"/>
                    <a:pt x="3789" y="1433"/>
                  </a:cubicBezTo>
                  <a:cubicBezTo>
                    <a:pt x="3771" y="1433"/>
                    <a:pt x="3754" y="1433"/>
                    <a:pt x="3736" y="1433"/>
                  </a:cubicBezTo>
                  <a:cubicBezTo>
                    <a:pt x="3604" y="1433"/>
                    <a:pt x="3498" y="1539"/>
                    <a:pt x="3498" y="1671"/>
                  </a:cubicBezTo>
                  <a:cubicBezTo>
                    <a:pt x="3498" y="1706"/>
                    <a:pt x="3498" y="1741"/>
                    <a:pt x="3498" y="1777"/>
                  </a:cubicBezTo>
                  <a:cubicBezTo>
                    <a:pt x="3498" y="1793"/>
                    <a:pt x="3488" y="1804"/>
                    <a:pt x="3472" y="1804"/>
                  </a:cubicBezTo>
                  <a:cubicBezTo>
                    <a:pt x="3352" y="1804"/>
                    <a:pt x="3232" y="1804"/>
                    <a:pt x="3112" y="1804"/>
                  </a:cubicBezTo>
                  <a:cubicBezTo>
                    <a:pt x="3138" y="1727"/>
                    <a:pt x="3154" y="1645"/>
                    <a:pt x="3154" y="1566"/>
                  </a:cubicBezTo>
                  <a:cubicBezTo>
                    <a:pt x="3154" y="1558"/>
                    <a:pt x="3154" y="1547"/>
                    <a:pt x="3154" y="1539"/>
                  </a:cubicBezTo>
                  <a:cubicBezTo>
                    <a:pt x="3370" y="1324"/>
                    <a:pt x="3585" y="1109"/>
                    <a:pt x="3800" y="894"/>
                  </a:cubicBezTo>
                  <a:cubicBezTo>
                    <a:pt x="3810" y="883"/>
                    <a:pt x="3816" y="870"/>
                    <a:pt x="3816" y="857"/>
                  </a:cubicBezTo>
                  <a:cubicBezTo>
                    <a:pt x="3816" y="652"/>
                    <a:pt x="3816" y="448"/>
                    <a:pt x="3816" y="243"/>
                  </a:cubicBezTo>
                  <a:cubicBezTo>
                    <a:pt x="3816" y="227"/>
                    <a:pt x="3805" y="217"/>
                    <a:pt x="3789" y="217"/>
                  </a:cubicBezTo>
                  <a:cubicBezTo>
                    <a:pt x="3771" y="217"/>
                    <a:pt x="3754" y="217"/>
                    <a:pt x="3736" y="21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40278" y="2166498"/>
            <a:ext cx="6858000" cy="1290064"/>
          </a:xfrm>
        </p:spPr>
        <p:txBody>
          <a:bodyPr lIns="0" tIns="0" rIns="0" bIns="0" anchor="t">
            <a:normAutofit/>
          </a:bodyPr>
          <a:lstStyle>
            <a:lvl1pPr algn="l">
              <a:defRPr sz="3200" b="1" i="0" cap="all" baseline="0">
                <a:solidFill>
                  <a:schemeClr val="bg1"/>
                </a:solidFill>
                <a:latin typeface="Barlow Semi Condensed Medium" pitchFamily="2" charset="77"/>
                <a:cs typeface="Arial Black" panose="020B0604020202020204" pitchFamily="34" charset="0"/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60895BC-27F4-D64B-91B6-A003EF8D76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8834" y="394078"/>
            <a:ext cx="2295727" cy="762145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487900C-EDCF-BA48-BAA4-C519A861A4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8984" y="4320000"/>
            <a:ext cx="2160587" cy="109855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539D49C7-0DE9-4049-921A-32B9B9B760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75503" y="4320000"/>
            <a:ext cx="2160587" cy="109855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28" name="Textplatzhalter 4">
            <a:extLst>
              <a:ext uri="{FF2B5EF4-FFF2-40B4-BE49-F238E27FC236}">
                <a16:creationId xmlns:a16="http://schemas.microsoft.com/office/drawing/2014/main" id="{A7DDAFEF-8FB6-1F48-A002-11BD72C30E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45220" y="4320000"/>
            <a:ext cx="2160587" cy="109855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07257042"/>
      </p:ext>
    </p:extLst>
  </p:cSld>
  <p:clrMapOvr>
    <a:masterClrMapping/>
  </p:clrMapOvr>
  <p:transition spd="slow">
    <p:cover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mit Adresse">
    <p:bg>
      <p:bgPr>
        <a:solidFill>
          <a:srgbClr val="6638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3">
            <a:extLst>
              <a:ext uri="{FF2B5EF4-FFF2-40B4-BE49-F238E27FC236}">
                <a16:creationId xmlns:a16="http://schemas.microsoft.com/office/drawing/2014/main" id="{F52A9C96-97A5-2045-A356-001C6098BC1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887569" y="179635"/>
            <a:ext cx="5008433" cy="5322187"/>
            <a:chOff x="2134" y="2246"/>
            <a:chExt cx="862" cy="916"/>
          </a:xfrm>
          <a:solidFill>
            <a:schemeClr val="tx1">
              <a:alpha val="10000"/>
            </a:schemeClr>
          </a:solidFill>
        </p:grpSpPr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04BCEBE1-5776-EE49-B3F3-922F6B5D2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2" y="2245"/>
              <a:ext cx="865" cy="918"/>
            </a:xfrm>
            <a:custGeom>
              <a:avLst/>
              <a:gdLst>
                <a:gd name="T0" fmla="*/ 3498 w 3817"/>
                <a:gd name="T1" fmla="*/ 455 h 4052"/>
                <a:gd name="T2" fmla="*/ 3469 w 3817"/>
                <a:gd name="T3" fmla="*/ 706 h 4052"/>
                <a:gd name="T4" fmla="*/ 2731 w 3817"/>
                <a:gd name="T5" fmla="*/ 799 h 4052"/>
                <a:gd name="T6" fmla="*/ 2916 w 3817"/>
                <a:gd name="T7" fmla="*/ 534 h 4052"/>
                <a:gd name="T8" fmla="*/ 2385 w 3817"/>
                <a:gd name="T9" fmla="*/ 479 h 4052"/>
                <a:gd name="T10" fmla="*/ 2588 w 3817"/>
                <a:gd name="T11" fmla="*/ 309 h 4052"/>
                <a:gd name="T12" fmla="*/ 2654 w 3817"/>
                <a:gd name="T13" fmla="*/ 375 h 4052"/>
                <a:gd name="T14" fmla="*/ 2972 w 3817"/>
                <a:gd name="T15" fmla="*/ 238 h 4052"/>
                <a:gd name="T16" fmla="*/ 2945 w 3817"/>
                <a:gd name="T17" fmla="*/ 8 h 4052"/>
                <a:gd name="T18" fmla="*/ 1888 w 3817"/>
                <a:gd name="T19" fmla="*/ 63 h 4052"/>
                <a:gd name="T20" fmla="*/ 1653 w 3817"/>
                <a:gd name="T21" fmla="*/ 106 h 4052"/>
                <a:gd name="T22" fmla="*/ 1515 w 3817"/>
                <a:gd name="T23" fmla="*/ 693 h 4052"/>
                <a:gd name="T24" fmla="*/ 1727 w 3817"/>
                <a:gd name="T25" fmla="*/ 2094 h 4052"/>
                <a:gd name="T26" fmla="*/ 1013 w 3817"/>
                <a:gd name="T27" fmla="*/ 1857 h 4052"/>
                <a:gd name="T28" fmla="*/ 1013 w 3817"/>
                <a:gd name="T29" fmla="*/ 957 h 4052"/>
                <a:gd name="T30" fmla="*/ 11 w 3817"/>
                <a:gd name="T31" fmla="*/ 928 h 4052"/>
                <a:gd name="T32" fmla="*/ 230 w 3817"/>
                <a:gd name="T33" fmla="*/ 1351 h 4052"/>
                <a:gd name="T34" fmla="*/ 301 w 3817"/>
                <a:gd name="T35" fmla="*/ 1166 h 4052"/>
                <a:gd name="T36" fmla="*/ 497 w 3817"/>
                <a:gd name="T37" fmla="*/ 674 h 4052"/>
                <a:gd name="T38" fmla="*/ 801 w 3817"/>
                <a:gd name="T39" fmla="*/ 1857 h 4052"/>
                <a:gd name="T40" fmla="*/ 1143 w 3817"/>
                <a:gd name="T41" fmla="*/ 3077 h 4052"/>
                <a:gd name="T42" fmla="*/ 1341 w 3817"/>
                <a:gd name="T43" fmla="*/ 4024 h 4052"/>
                <a:gd name="T44" fmla="*/ 1992 w 3817"/>
                <a:gd name="T45" fmla="*/ 4051 h 4052"/>
                <a:gd name="T46" fmla="*/ 2018 w 3817"/>
                <a:gd name="T47" fmla="*/ 3971 h 4052"/>
                <a:gd name="T48" fmla="*/ 1627 w 3817"/>
                <a:gd name="T49" fmla="*/ 3733 h 4052"/>
                <a:gd name="T50" fmla="*/ 1465 w 3817"/>
                <a:gd name="T51" fmla="*/ 3495 h 4052"/>
                <a:gd name="T52" fmla="*/ 1941 w 3817"/>
                <a:gd name="T53" fmla="*/ 3072 h 4052"/>
                <a:gd name="T54" fmla="*/ 2125 w 3817"/>
                <a:gd name="T55" fmla="*/ 3495 h 4052"/>
                <a:gd name="T56" fmla="*/ 2676 w 3817"/>
                <a:gd name="T57" fmla="*/ 4051 h 4052"/>
                <a:gd name="T58" fmla="*/ 3260 w 3817"/>
                <a:gd name="T59" fmla="*/ 4024 h 4052"/>
                <a:gd name="T60" fmla="*/ 3022 w 3817"/>
                <a:gd name="T61" fmla="*/ 3733 h 4052"/>
                <a:gd name="T62" fmla="*/ 2768 w 3817"/>
                <a:gd name="T63" fmla="*/ 3712 h 4052"/>
                <a:gd name="T64" fmla="*/ 2810 w 3817"/>
                <a:gd name="T65" fmla="*/ 3178 h 4052"/>
                <a:gd name="T66" fmla="*/ 2861 w 3817"/>
                <a:gd name="T67" fmla="*/ 2234 h 4052"/>
                <a:gd name="T68" fmla="*/ 3784 w 3817"/>
                <a:gd name="T69" fmla="*/ 2080 h 4052"/>
                <a:gd name="T70" fmla="*/ 3816 w 3817"/>
                <a:gd name="T71" fmla="*/ 1460 h 4052"/>
                <a:gd name="T72" fmla="*/ 3736 w 3817"/>
                <a:gd name="T73" fmla="*/ 1433 h 4052"/>
                <a:gd name="T74" fmla="*/ 3498 w 3817"/>
                <a:gd name="T75" fmla="*/ 1777 h 4052"/>
                <a:gd name="T76" fmla="*/ 3112 w 3817"/>
                <a:gd name="T77" fmla="*/ 1804 h 4052"/>
                <a:gd name="T78" fmla="*/ 3154 w 3817"/>
                <a:gd name="T79" fmla="*/ 1539 h 4052"/>
                <a:gd name="T80" fmla="*/ 3816 w 3817"/>
                <a:gd name="T81" fmla="*/ 857 h 4052"/>
                <a:gd name="T82" fmla="*/ 3789 w 3817"/>
                <a:gd name="T83" fmla="*/ 217 h 4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817" h="4052">
                  <a:moveTo>
                    <a:pt x="3736" y="217"/>
                  </a:moveTo>
                  <a:cubicBezTo>
                    <a:pt x="3604" y="217"/>
                    <a:pt x="3498" y="322"/>
                    <a:pt x="3498" y="455"/>
                  </a:cubicBezTo>
                  <a:cubicBezTo>
                    <a:pt x="3498" y="523"/>
                    <a:pt x="3498" y="590"/>
                    <a:pt x="3498" y="658"/>
                  </a:cubicBezTo>
                  <a:cubicBezTo>
                    <a:pt x="3498" y="680"/>
                    <a:pt x="3488" y="698"/>
                    <a:pt x="3469" y="706"/>
                  </a:cubicBezTo>
                  <a:cubicBezTo>
                    <a:pt x="3289" y="792"/>
                    <a:pt x="3108" y="878"/>
                    <a:pt x="2927" y="965"/>
                  </a:cubicBezTo>
                  <a:cubicBezTo>
                    <a:pt x="2826" y="851"/>
                    <a:pt x="2797" y="854"/>
                    <a:pt x="2731" y="799"/>
                  </a:cubicBezTo>
                  <a:cubicBezTo>
                    <a:pt x="2834" y="799"/>
                    <a:pt x="2916" y="717"/>
                    <a:pt x="2916" y="613"/>
                  </a:cubicBezTo>
                  <a:cubicBezTo>
                    <a:pt x="2916" y="587"/>
                    <a:pt x="2916" y="560"/>
                    <a:pt x="2916" y="534"/>
                  </a:cubicBezTo>
                  <a:cubicBezTo>
                    <a:pt x="2775" y="534"/>
                    <a:pt x="2634" y="534"/>
                    <a:pt x="2493" y="534"/>
                  </a:cubicBezTo>
                  <a:cubicBezTo>
                    <a:pt x="2453" y="534"/>
                    <a:pt x="2411" y="516"/>
                    <a:pt x="2385" y="479"/>
                  </a:cubicBezTo>
                  <a:cubicBezTo>
                    <a:pt x="2353" y="436"/>
                    <a:pt x="2353" y="375"/>
                    <a:pt x="2382" y="330"/>
                  </a:cubicBezTo>
                  <a:cubicBezTo>
                    <a:pt x="2430" y="256"/>
                    <a:pt x="2530" y="251"/>
                    <a:pt x="2588" y="309"/>
                  </a:cubicBezTo>
                  <a:cubicBezTo>
                    <a:pt x="2610" y="331"/>
                    <a:pt x="2632" y="353"/>
                    <a:pt x="2654" y="375"/>
                  </a:cubicBezTo>
                  <a:lnTo>
                    <a:pt x="2654" y="375"/>
                  </a:lnTo>
                  <a:cubicBezTo>
                    <a:pt x="2691" y="412"/>
                    <a:pt x="2742" y="434"/>
                    <a:pt x="2800" y="428"/>
                  </a:cubicBezTo>
                  <a:cubicBezTo>
                    <a:pt x="2898" y="420"/>
                    <a:pt x="2972" y="336"/>
                    <a:pt x="2972" y="238"/>
                  </a:cubicBezTo>
                  <a:cubicBezTo>
                    <a:pt x="2972" y="170"/>
                    <a:pt x="2972" y="102"/>
                    <a:pt x="2972" y="34"/>
                  </a:cubicBezTo>
                  <a:cubicBezTo>
                    <a:pt x="2972" y="18"/>
                    <a:pt x="2961" y="8"/>
                    <a:pt x="2945" y="8"/>
                  </a:cubicBezTo>
                  <a:cubicBezTo>
                    <a:pt x="2689" y="8"/>
                    <a:pt x="2433" y="8"/>
                    <a:pt x="2176" y="8"/>
                  </a:cubicBezTo>
                  <a:cubicBezTo>
                    <a:pt x="2081" y="8"/>
                    <a:pt x="1981" y="26"/>
                    <a:pt x="1888" y="63"/>
                  </a:cubicBezTo>
                  <a:cubicBezTo>
                    <a:pt x="1862" y="24"/>
                    <a:pt x="1812" y="0"/>
                    <a:pt x="1759" y="8"/>
                  </a:cubicBezTo>
                  <a:cubicBezTo>
                    <a:pt x="1709" y="16"/>
                    <a:pt x="1664" y="55"/>
                    <a:pt x="1653" y="106"/>
                  </a:cubicBezTo>
                  <a:cubicBezTo>
                    <a:pt x="1642" y="145"/>
                    <a:pt x="1650" y="180"/>
                    <a:pt x="1669" y="209"/>
                  </a:cubicBezTo>
                  <a:cubicBezTo>
                    <a:pt x="1563" y="320"/>
                    <a:pt x="1497" y="479"/>
                    <a:pt x="1515" y="693"/>
                  </a:cubicBezTo>
                  <a:cubicBezTo>
                    <a:pt x="1550" y="1084"/>
                    <a:pt x="1783" y="1365"/>
                    <a:pt x="1833" y="1618"/>
                  </a:cubicBezTo>
                  <a:cubicBezTo>
                    <a:pt x="1854" y="1724"/>
                    <a:pt x="1865" y="1915"/>
                    <a:pt x="1727" y="2094"/>
                  </a:cubicBezTo>
                  <a:cubicBezTo>
                    <a:pt x="1616" y="2239"/>
                    <a:pt x="1465" y="2316"/>
                    <a:pt x="1362" y="2353"/>
                  </a:cubicBezTo>
                  <a:cubicBezTo>
                    <a:pt x="1158" y="2279"/>
                    <a:pt x="1013" y="2083"/>
                    <a:pt x="1013" y="1857"/>
                  </a:cubicBezTo>
                  <a:cubicBezTo>
                    <a:pt x="1013" y="1557"/>
                    <a:pt x="1013" y="1257"/>
                    <a:pt x="1013" y="957"/>
                  </a:cubicBezTo>
                  <a:lnTo>
                    <a:pt x="1013" y="957"/>
                  </a:lnTo>
                  <a:cubicBezTo>
                    <a:pt x="1008" y="674"/>
                    <a:pt x="770" y="447"/>
                    <a:pt x="481" y="463"/>
                  </a:cubicBezTo>
                  <a:cubicBezTo>
                    <a:pt x="233" y="476"/>
                    <a:pt x="26" y="680"/>
                    <a:pt x="11" y="928"/>
                  </a:cubicBezTo>
                  <a:cubicBezTo>
                    <a:pt x="0" y="1076"/>
                    <a:pt x="53" y="1216"/>
                    <a:pt x="156" y="1320"/>
                  </a:cubicBezTo>
                  <a:cubicBezTo>
                    <a:pt x="177" y="1341"/>
                    <a:pt x="203" y="1351"/>
                    <a:pt x="230" y="1351"/>
                  </a:cubicBezTo>
                  <a:cubicBezTo>
                    <a:pt x="256" y="1351"/>
                    <a:pt x="283" y="1341"/>
                    <a:pt x="301" y="1322"/>
                  </a:cubicBezTo>
                  <a:cubicBezTo>
                    <a:pt x="346" y="1280"/>
                    <a:pt x="344" y="1211"/>
                    <a:pt x="301" y="1166"/>
                  </a:cubicBezTo>
                  <a:cubicBezTo>
                    <a:pt x="243" y="1105"/>
                    <a:pt x="212" y="1023"/>
                    <a:pt x="220" y="936"/>
                  </a:cubicBezTo>
                  <a:cubicBezTo>
                    <a:pt x="233" y="793"/>
                    <a:pt x="354" y="680"/>
                    <a:pt x="497" y="674"/>
                  </a:cubicBezTo>
                  <a:cubicBezTo>
                    <a:pt x="664" y="666"/>
                    <a:pt x="801" y="801"/>
                    <a:pt x="801" y="965"/>
                  </a:cubicBezTo>
                  <a:cubicBezTo>
                    <a:pt x="801" y="1262"/>
                    <a:pt x="801" y="1559"/>
                    <a:pt x="801" y="1857"/>
                  </a:cubicBezTo>
                  <a:cubicBezTo>
                    <a:pt x="801" y="2160"/>
                    <a:pt x="987" y="2424"/>
                    <a:pt x="1251" y="2535"/>
                  </a:cubicBezTo>
                  <a:cubicBezTo>
                    <a:pt x="1248" y="2712"/>
                    <a:pt x="1232" y="2972"/>
                    <a:pt x="1143" y="3077"/>
                  </a:cubicBezTo>
                  <a:cubicBezTo>
                    <a:pt x="1037" y="3199"/>
                    <a:pt x="985" y="3180"/>
                    <a:pt x="907" y="3231"/>
                  </a:cubicBezTo>
                  <a:cubicBezTo>
                    <a:pt x="1051" y="3495"/>
                    <a:pt x="1196" y="3760"/>
                    <a:pt x="1341" y="4024"/>
                  </a:cubicBezTo>
                  <a:cubicBezTo>
                    <a:pt x="1352" y="4040"/>
                    <a:pt x="1367" y="4051"/>
                    <a:pt x="1389" y="4051"/>
                  </a:cubicBezTo>
                  <a:cubicBezTo>
                    <a:pt x="1590" y="4051"/>
                    <a:pt x="1791" y="4051"/>
                    <a:pt x="1992" y="4051"/>
                  </a:cubicBezTo>
                  <a:cubicBezTo>
                    <a:pt x="2007" y="4051"/>
                    <a:pt x="2018" y="4040"/>
                    <a:pt x="2018" y="4024"/>
                  </a:cubicBezTo>
                  <a:cubicBezTo>
                    <a:pt x="2018" y="4006"/>
                    <a:pt x="2018" y="3989"/>
                    <a:pt x="2018" y="3971"/>
                  </a:cubicBezTo>
                  <a:cubicBezTo>
                    <a:pt x="2018" y="3839"/>
                    <a:pt x="1912" y="3733"/>
                    <a:pt x="1780" y="3733"/>
                  </a:cubicBezTo>
                  <a:cubicBezTo>
                    <a:pt x="1729" y="3733"/>
                    <a:pt x="1678" y="3733"/>
                    <a:pt x="1627" y="3733"/>
                  </a:cubicBezTo>
                  <a:cubicBezTo>
                    <a:pt x="1608" y="3733"/>
                    <a:pt x="1590" y="3723"/>
                    <a:pt x="1582" y="3707"/>
                  </a:cubicBezTo>
                  <a:cubicBezTo>
                    <a:pt x="1543" y="3636"/>
                    <a:pt x="1504" y="3566"/>
                    <a:pt x="1465" y="3495"/>
                  </a:cubicBezTo>
                  <a:cubicBezTo>
                    <a:pt x="1571" y="3451"/>
                    <a:pt x="1658" y="3466"/>
                    <a:pt x="1783" y="3363"/>
                  </a:cubicBezTo>
                  <a:cubicBezTo>
                    <a:pt x="1907" y="3260"/>
                    <a:pt x="1888" y="3169"/>
                    <a:pt x="1941" y="3072"/>
                  </a:cubicBezTo>
                  <a:cubicBezTo>
                    <a:pt x="2032" y="3162"/>
                    <a:pt x="2205" y="3210"/>
                    <a:pt x="2213" y="3342"/>
                  </a:cubicBezTo>
                  <a:cubicBezTo>
                    <a:pt x="2218" y="3448"/>
                    <a:pt x="2155" y="3444"/>
                    <a:pt x="2125" y="3495"/>
                  </a:cubicBezTo>
                  <a:cubicBezTo>
                    <a:pt x="2297" y="3675"/>
                    <a:pt x="2468" y="3855"/>
                    <a:pt x="2639" y="4035"/>
                  </a:cubicBezTo>
                  <a:cubicBezTo>
                    <a:pt x="2649" y="4045"/>
                    <a:pt x="2662" y="4051"/>
                    <a:pt x="2676" y="4051"/>
                  </a:cubicBezTo>
                  <a:cubicBezTo>
                    <a:pt x="2862" y="4051"/>
                    <a:pt x="3048" y="4051"/>
                    <a:pt x="3234" y="4051"/>
                  </a:cubicBezTo>
                  <a:cubicBezTo>
                    <a:pt x="3250" y="4051"/>
                    <a:pt x="3260" y="4040"/>
                    <a:pt x="3260" y="4024"/>
                  </a:cubicBezTo>
                  <a:cubicBezTo>
                    <a:pt x="3260" y="4006"/>
                    <a:pt x="3260" y="3989"/>
                    <a:pt x="3260" y="3971"/>
                  </a:cubicBezTo>
                  <a:cubicBezTo>
                    <a:pt x="3260" y="3839"/>
                    <a:pt x="3154" y="3733"/>
                    <a:pt x="3022" y="3733"/>
                  </a:cubicBezTo>
                  <a:cubicBezTo>
                    <a:pt x="2952" y="3733"/>
                    <a:pt x="2881" y="3733"/>
                    <a:pt x="2810" y="3733"/>
                  </a:cubicBezTo>
                  <a:cubicBezTo>
                    <a:pt x="2795" y="3733"/>
                    <a:pt x="2776" y="3725"/>
                    <a:pt x="2768" y="3712"/>
                  </a:cubicBezTo>
                  <a:cubicBezTo>
                    <a:pt x="2730" y="3657"/>
                    <a:pt x="2691" y="3603"/>
                    <a:pt x="2652" y="3548"/>
                  </a:cubicBezTo>
                  <a:cubicBezTo>
                    <a:pt x="2705" y="3425"/>
                    <a:pt x="2810" y="3390"/>
                    <a:pt x="2810" y="3178"/>
                  </a:cubicBezTo>
                  <a:cubicBezTo>
                    <a:pt x="2810" y="2993"/>
                    <a:pt x="2599" y="2790"/>
                    <a:pt x="2493" y="2596"/>
                  </a:cubicBezTo>
                  <a:cubicBezTo>
                    <a:pt x="2616" y="2476"/>
                    <a:pt x="2686" y="2451"/>
                    <a:pt x="2861" y="2234"/>
                  </a:cubicBezTo>
                  <a:cubicBezTo>
                    <a:pt x="2906" y="2293"/>
                    <a:pt x="2951" y="2352"/>
                    <a:pt x="2996" y="2411"/>
                  </a:cubicBezTo>
                  <a:cubicBezTo>
                    <a:pt x="3259" y="2301"/>
                    <a:pt x="3521" y="2191"/>
                    <a:pt x="3784" y="2080"/>
                  </a:cubicBezTo>
                  <a:cubicBezTo>
                    <a:pt x="3802" y="2072"/>
                    <a:pt x="3816" y="2054"/>
                    <a:pt x="3816" y="2033"/>
                  </a:cubicBezTo>
                  <a:cubicBezTo>
                    <a:pt x="3816" y="1842"/>
                    <a:pt x="3816" y="1651"/>
                    <a:pt x="3816" y="1460"/>
                  </a:cubicBezTo>
                  <a:cubicBezTo>
                    <a:pt x="3816" y="1444"/>
                    <a:pt x="3805" y="1433"/>
                    <a:pt x="3789" y="1433"/>
                  </a:cubicBezTo>
                  <a:cubicBezTo>
                    <a:pt x="3771" y="1433"/>
                    <a:pt x="3754" y="1433"/>
                    <a:pt x="3736" y="1433"/>
                  </a:cubicBezTo>
                  <a:cubicBezTo>
                    <a:pt x="3604" y="1433"/>
                    <a:pt x="3498" y="1539"/>
                    <a:pt x="3498" y="1671"/>
                  </a:cubicBezTo>
                  <a:cubicBezTo>
                    <a:pt x="3498" y="1706"/>
                    <a:pt x="3498" y="1741"/>
                    <a:pt x="3498" y="1777"/>
                  </a:cubicBezTo>
                  <a:cubicBezTo>
                    <a:pt x="3498" y="1793"/>
                    <a:pt x="3488" y="1804"/>
                    <a:pt x="3472" y="1804"/>
                  </a:cubicBezTo>
                  <a:cubicBezTo>
                    <a:pt x="3352" y="1804"/>
                    <a:pt x="3232" y="1804"/>
                    <a:pt x="3112" y="1804"/>
                  </a:cubicBezTo>
                  <a:cubicBezTo>
                    <a:pt x="3138" y="1727"/>
                    <a:pt x="3154" y="1645"/>
                    <a:pt x="3154" y="1566"/>
                  </a:cubicBezTo>
                  <a:cubicBezTo>
                    <a:pt x="3154" y="1558"/>
                    <a:pt x="3154" y="1547"/>
                    <a:pt x="3154" y="1539"/>
                  </a:cubicBezTo>
                  <a:cubicBezTo>
                    <a:pt x="3370" y="1324"/>
                    <a:pt x="3585" y="1109"/>
                    <a:pt x="3800" y="894"/>
                  </a:cubicBezTo>
                  <a:cubicBezTo>
                    <a:pt x="3810" y="883"/>
                    <a:pt x="3816" y="870"/>
                    <a:pt x="3816" y="857"/>
                  </a:cubicBezTo>
                  <a:cubicBezTo>
                    <a:pt x="3816" y="652"/>
                    <a:pt x="3816" y="448"/>
                    <a:pt x="3816" y="243"/>
                  </a:cubicBezTo>
                  <a:cubicBezTo>
                    <a:pt x="3816" y="227"/>
                    <a:pt x="3805" y="217"/>
                    <a:pt x="3789" y="217"/>
                  </a:cubicBezTo>
                  <a:cubicBezTo>
                    <a:pt x="3771" y="217"/>
                    <a:pt x="3754" y="217"/>
                    <a:pt x="3736" y="21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40278" y="2166498"/>
            <a:ext cx="6858000" cy="1290064"/>
          </a:xfrm>
        </p:spPr>
        <p:txBody>
          <a:bodyPr lIns="0" tIns="0" rIns="0" bIns="0" anchor="t">
            <a:normAutofit/>
          </a:bodyPr>
          <a:lstStyle>
            <a:lvl1pPr algn="l">
              <a:defRPr sz="3200" b="1" i="0" cap="all" baseline="0">
                <a:solidFill>
                  <a:schemeClr val="bg1"/>
                </a:solidFill>
                <a:latin typeface="Barlow Semi Condensed Medium" pitchFamily="2" charset="77"/>
                <a:cs typeface="Arial Black" panose="020B0604020202020204" pitchFamily="34" charset="0"/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60895BC-27F4-D64B-91B6-A003EF8D76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8834" y="394078"/>
            <a:ext cx="2295727" cy="762145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487900C-EDCF-BA48-BAA4-C519A861A4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8984" y="4320000"/>
            <a:ext cx="2160587" cy="109855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539D49C7-0DE9-4049-921A-32B9B9B760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75503" y="4320000"/>
            <a:ext cx="2160587" cy="109855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28" name="Textplatzhalter 4">
            <a:extLst>
              <a:ext uri="{FF2B5EF4-FFF2-40B4-BE49-F238E27FC236}">
                <a16:creationId xmlns:a16="http://schemas.microsoft.com/office/drawing/2014/main" id="{A7DDAFEF-8FB6-1F48-A002-11BD72C30E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45220" y="4320000"/>
            <a:ext cx="2160587" cy="109855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grpSp>
        <p:nvGrpSpPr>
          <p:cNvPr id="29" name="Group 1">
            <a:extLst>
              <a:ext uri="{FF2B5EF4-FFF2-40B4-BE49-F238E27FC236}">
                <a16:creationId xmlns:a16="http://schemas.microsoft.com/office/drawing/2014/main" id="{486C14BF-59C2-8046-8635-BECC0AEE91E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975504" y="3870732"/>
            <a:ext cx="322330" cy="323135"/>
            <a:chOff x="1999" y="1409"/>
            <a:chExt cx="400" cy="401"/>
          </a:xfrm>
          <a:solidFill>
            <a:schemeClr val="bg1"/>
          </a:solidFill>
        </p:grpSpPr>
        <p:sp>
          <p:nvSpPr>
            <p:cNvPr id="30" name="Freeform 2">
              <a:extLst>
                <a:ext uri="{FF2B5EF4-FFF2-40B4-BE49-F238E27FC236}">
                  <a16:creationId xmlns:a16="http://schemas.microsoft.com/office/drawing/2014/main" id="{E583E48F-7D82-B346-A488-D81D6C9BE5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9" y="1409"/>
              <a:ext cx="400" cy="401"/>
            </a:xfrm>
            <a:custGeom>
              <a:avLst/>
              <a:gdLst>
                <a:gd name="T0" fmla="*/ 445 w 1770"/>
                <a:gd name="T1" fmla="*/ 1652 h 1772"/>
                <a:gd name="T2" fmla="*/ 1 w 1770"/>
                <a:gd name="T3" fmla="*/ 916 h 1772"/>
                <a:gd name="T4" fmla="*/ 173 w 1770"/>
                <a:gd name="T5" fmla="*/ 362 h 1772"/>
                <a:gd name="T6" fmla="*/ 240 w 1770"/>
                <a:gd name="T7" fmla="*/ 420 h 1772"/>
                <a:gd name="T8" fmla="*/ 239 w 1770"/>
                <a:gd name="T9" fmla="*/ 502 h 1772"/>
                <a:gd name="T10" fmla="*/ 132 w 1770"/>
                <a:gd name="T11" fmla="*/ 886 h 1772"/>
                <a:gd name="T12" fmla="*/ 233 w 1770"/>
                <a:gd name="T13" fmla="*/ 1261 h 1772"/>
                <a:gd name="T14" fmla="*/ 1262 w 1770"/>
                <a:gd name="T15" fmla="*/ 1537 h 1772"/>
                <a:gd name="T16" fmla="*/ 1538 w 1770"/>
                <a:gd name="T17" fmla="*/ 509 h 1772"/>
                <a:gd name="T18" fmla="*/ 991 w 1770"/>
                <a:gd name="T19" fmla="*/ 140 h 1772"/>
                <a:gd name="T20" fmla="*/ 845 w 1770"/>
                <a:gd name="T21" fmla="*/ 134 h 1772"/>
                <a:gd name="T22" fmla="*/ 684 w 1770"/>
                <a:gd name="T23" fmla="*/ 533 h 1772"/>
                <a:gd name="T24" fmla="*/ 549 w 1770"/>
                <a:gd name="T25" fmla="*/ 612 h 1772"/>
                <a:gd name="T26" fmla="*/ 529 w 1770"/>
                <a:gd name="T27" fmla="*/ 687 h 1772"/>
                <a:gd name="T28" fmla="*/ 683 w 1770"/>
                <a:gd name="T29" fmla="*/ 841 h 1772"/>
                <a:gd name="T30" fmla="*/ 758 w 1770"/>
                <a:gd name="T31" fmla="*/ 859 h 1772"/>
                <a:gd name="T32" fmla="*/ 816 w 1770"/>
                <a:gd name="T33" fmla="*/ 1073 h 1772"/>
                <a:gd name="T34" fmla="*/ 816 w 1770"/>
                <a:gd name="T35" fmla="*/ 1136 h 1772"/>
                <a:gd name="T36" fmla="*/ 820 w 1770"/>
                <a:gd name="T37" fmla="*/ 1249 h 1772"/>
                <a:gd name="T38" fmla="*/ 855 w 1770"/>
                <a:gd name="T39" fmla="*/ 1326 h 1772"/>
                <a:gd name="T40" fmla="*/ 914 w 1770"/>
                <a:gd name="T41" fmla="*/ 1346 h 1772"/>
                <a:gd name="T42" fmla="*/ 1013 w 1770"/>
                <a:gd name="T43" fmla="*/ 1248 h 1772"/>
                <a:gd name="T44" fmla="*/ 1337 w 1770"/>
                <a:gd name="T45" fmla="*/ 719 h 1772"/>
                <a:gd name="T46" fmla="*/ 1326 w 1770"/>
                <a:gd name="T47" fmla="*/ 642 h 1772"/>
                <a:gd name="T48" fmla="*/ 1330 w 1770"/>
                <a:gd name="T49" fmla="*/ 571 h 1772"/>
                <a:gd name="T50" fmla="*/ 1392 w 1770"/>
                <a:gd name="T51" fmla="*/ 506 h 1772"/>
                <a:gd name="T52" fmla="*/ 1467 w 1770"/>
                <a:gd name="T53" fmla="*/ 736 h 1772"/>
                <a:gd name="T54" fmla="*/ 1143 w 1770"/>
                <a:gd name="T55" fmla="*/ 1242 h 1772"/>
                <a:gd name="T56" fmla="*/ 1026 w 1770"/>
                <a:gd name="T57" fmla="*/ 1445 h 1772"/>
                <a:gd name="T58" fmla="*/ 914 w 1770"/>
                <a:gd name="T59" fmla="*/ 1476 h 1772"/>
                <a:gd name="T60" fmla="*/ 686 w 1770"/>
                <a:gd name="T61" fmla="*/ 1251 h 1772"/>
                <a:gd name="T62" fmla="*/ 682 w 1770"/>
                <a:gd name="T63" fmla="*/ 1101 h 1772"/>
                <a:gd name="T64" fmla="*/ 685 w 1770"/>
                <a:gd name="T65" fmla="*/ 1026 h 1772"/>
                <a:gd name="T66" fmla="*/ 688 w 1770"/>
                <a:gd name="T67" fmla="*/ 973 h 1772"/>
                <a:gd name="T68" fmla="*/ 682 w 1770"/>
                <a:gd name="T69" fmla="*/ 973 h 1772"/>
                <a:gd name="T70" fmla="*/ 395 w 1770"/>
                <a:gd name="T71" fmla="*/ 687 h 1772"/>
                <a:gd name="T72" fmla="*/ 434 w 1770"/>
                <a:gd name="T73" fmla="*/ 548 h 1772"/>
                <a:gd name="T74" fmla="*/ 786 w 1770"/>
                <a:gd name="T75" fmla="*/ 307 h 1772"/>
                <a:gd name="T76" fmla="*/ 602 w 1770"/>
                <a:gd name="T77" fmla="*/ 163 h 1772"/>
                <a:gd name="T78" fmla="*/ 569 w 1770"/>
                <a:gd name="T79" fmla="*/ 100 h 1772"/>
                <a:gd name="T80" fmla="*/ 603 w 1770"/>
                <a:gd name="T81" fmla="*/ 48 h 1772"/>
                <a:gd name="T82" fmla="*/ 885 w 1770"/>
                <a:gd name="T83" fmla="*/ 0 h 1772"/>
                <a:gd name="T84" fmla="*/ 1766 w 1770"/>
                <a:gd name="T85" fmla="*/ 809 h 1772"/>
                <a:gd name="T86" fmla="*/ 1651 w 1770"/>
                <a:gd name="T87" fmla="*/ 1327 h 1772"/>
                <a:gd name="T88" fmla="*/ 854 w 1770"/>
                <a:gd name="T89" fmla="*/ 1770 h 17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770" h="1772">
                  <a:moveTo>
                    <a:pt x="854" y="1770"/>
                  </a:moveTo>
                  <a:lnTo>
                    <a:pt x="854" y="1770"/>
                  </a:lnTo>
                  <a:cubicBezTo>
                    <a:pt x="703" y="1764"/>
                    <a:pt x="576" y="1727"/>
                    <a:pt x="445" y="1652"/>
                  </a:cubicBezTo>
                  <a:cubicBezTo>
                    <a:pt x="303" y="1570"/>
                    <a:pt x="201" y="1468"/>
                    <a:pt x="119" y="1326"/>
                  </a:cubicBezTo>
                  <a:cubicBezTo>
                    <a:pt x="44" y="1195"/>
                    <a:pt x="7" y="1068"/>
                    <a:pt x="1" y="916"/>
                  </a:cubicBezTo>
                  <a:lnTo>
                    <a:pt x="1" y="916"/>
                  </a:lnTo>
                  <a:cubicBezTo>
                    <a:pt x="0" y="905"/>
                    <a:pt x="0" y="895"/>
                    <a:pt x="0" y="885"/>
                  </a:cubicBezTo>
                  <a:cubicBezTo>
                    <a:pt x="0" y="723"/>
                    <a:pt x="36" y="585"/>
                    <a:pt x="118" y="445"/>
                  </a:cubicBezTo>
                  <a:cubicBezTo>
                    <a:pt x="135" y="414"/>
                    <a:pt x="152" y="390"/>
                    <a:pt x="173" y="362"/>
                  </a:cubicBezTo>
                  <a:cubicBezTo>
                    <a:pt x="188" y="373"/>
                    <a:pt x="204" y="384"/>
                    <a:pt x="219" y="396"/>
                  </a:cubicBezTo>
                  <a:lnTo>
                    <a:pt x="219" y="396"/>
                  </a:lnTo>
                  <a:cubicBezTo>
                    <a:pt x="228" y="403"/>
                    <a:pt x="234" y="410"/>
                    <a:pt x="240" y="420"/>
                  </a:cubicBezTo>
                  <a:cubicBezTo>
                    <a:pt x="247" y="433"/>
                    <a:pt x="251" y="445"/>
                    <a:pt x="251" y="460"/>
                  </a:cubicBezTo>
                  <a:cubicBezTo>
                    <a:pt x="251" y="474"/>
                    <a:pt x="248" y="487"/>
                    <a:pt x="240" y="499"/>
                  </a:cubicBezTo>
                  <a:cubicBezTo>
                    <a:pt x="240" y="500"/>
                    <a:pt x="239" y="501"/>
                    <a:pt x="239" y="502"/>
                  </a:cubicBezTo>
                  <a:lnTo>
                    <a:pt x="239" y="502"/>
                  </a:lnTo>
                  <a:cubicBezTo>
                    <a:pt x="237" y="506"/>
                    <a:pt x="235" y="509"/>
                    <a:pt x="233" y="513"/>
                  </a:cubicBezTo>
                  <a:cubicBezTo>
                    <a:pt x="164" y="632"/>
                    <a:pt x="132" y="749"/>
                    <a:pt x="132" y="886"/>
                  </a:cubicBezTo>
                  <a:cubicBezTo>
                    <a:pt x="132" y="896"/>
                    <a:pt x="133" y="904"/>
                    <a:pt x="133" y="915"/>
                  </a:cubicBezTo>
                  <a:lnTo>
                    <a:pt x="133" y="915"/>
                  </a:lnTo>
                  <a:cubicBezTo>
                    <a:pt x="138" y="1043"/>
                    <a:pt x="169" y="1150"/>
                    <a:pt x="233" y="1261"/>
                  </a:cubicBezTo>
                  <a:cubicBezTo>
                    <a:pt x="303" y="1382"/>
                    <a:pt x="389" y="1468"/>
                    <a:pt x="509" y="1537"/>
                  </a:cubicBezTo>
                  <a:cubicBezTo>
                    <a:pt x="629" y="1607"/>
                    <a:pt x="747" y="1638"/>
                    <a:pt x="886" y="1638"/>
                  </a:cubicBezTo>
                  <a:cubicBezTo>
                    <a:pt x="1024" y="1638"/>
                    <a:pt x="1142" y="1607"/>
                    <a:pt x="1262" y="1537"/>
                  </a:cubicBezTo>
                  <a:cubicBezTo>
                    <a:pt x="1382" y="1468"/>
                    <a:pt x="1469" y="1382"/>
                    <a:pt x="1538" y="1261"/>
                  </a:cubicBezTo>
                  <a:cubicBezTo>
                    <a:pt x="1608" y="1141"/>
                    <a:pt x="1639" y="1024"/>
                    <a:pt x="1639" y="886"/>
                  </a:cubicBezTo>
                  <a:cubicBezTo>
                    <a:pt x="1639" y="747"/>
                    <a:pt x="1608" y="629"/>
                    <a:pt x="1538" y="509"/>
                  </a:cubicBezTo>
                  <a:cubicBezTo>
                    <a:pt x="1469" y="389"/>
                    <a:pt x="1382" y="302"/>
                    <a:pt x="1262" y="233"/>
                  </a:cubicBezTo>
                  <a:cubicBezTo>
                    <a:pt x="1174" y="182"/>
                    <a:pt x="1091" y="154"/>
                    <a:pt x="991" y="140"/>
                  </a:cubicBezTo>
                  <a:lnTo>
                    <a:pt x="991" y="140"/>
                  </a:lnTo>
                  <a:cubicBezTo>
                    <a:pt x="954" y="135"/>
                    <a:pt x="923" y="132"/>
                    <a:pt x="886" y="132"/>
                  </a:cubicBezTo>
                  <a:cubicBezTo>
                    <a:pt x="872" y="132"/>
                    <a:pt x="859" y="133"/>
                    <a:pt x="845" y="134"/>
                  </a:cubicBezTo>
                  <a:lnTo>
                    <a:pt x="845" y="134"/>
                  </a:lnTo>
                  <a:cubicBezTo>
                    <a:pt x="862" y="150"/>
                    <a:pt x="874" y="167"/>
                    <a:pt x="886" y="187"/>
                  </a:cubicBezTo>
                  <a:cubicBezTo>
                    <a:pt x="908" y="226"/>
                    <a:pt x="918" y="263"/>
                    <a:pt x="919" y="306"/>
                  </a:cubicBezTo>
                  <a:cubicBezTo>
                    <a:pt x="919" y="452"/>
                    <a:pt x="836" y="533"/>
                    <a:pt x="684" y="533"/>
                  </a:cubicBezTo>
                  <a:lnTo>
                    <a:pt x="684" y="533"/>
                  </a:lnTo>
                  <a:cubicBezTo>
                    <a:pt x="656" y="533"/>
                    <a:pt x="631" y="539"/>
                    <a:pt x="607" y="554"/>
                  </a:cubicBezTo>
                  <a:cubicBezTo>
                    <a:pt x="581" y="568"/>
                    <a:pt x="563" y="587"/>
                    <a:pt x="549" y="612"/>
                  </a:cubicBezTo>
                  <a:cubicBezTo>
                    <a:pt x="536" y="633"/>
                    <a:pt x="531" y="654"/>
                    <a:pt x="529" y="679"/>
                  </a:cubicBezTo>
                  <a:lnTo>
                    <a:pt x="529" y="679"/>
                  </a:lnTo>
                  <a:cubicBezTo>
                    <a:pt x="529" y="682"/>
                    <a:pt x="529" y="684"/>
                    <a:pt x="529" y="687"/>
                  </a:cubicBezTo>
                  <a:cubicBezTo>
                    <a:pt x="529" y="716"/>
                    <a:pt x="535" y="739"/>
                    <a:pt x="549" y="764"/>
                  </a:cubicBezTo>
                  <a:cubicBezTo>
                    <a:pt x="563" y="788"/>
                    <a:pt x="581" y="806"/>
                    <a:pt x="606" y="821"/>
                  </a:cubicBezTo>
                  <a:cubicBezTo>
                    <a:pt x="630" y="835"/>
                    <a:pt x="654" y="841"/>
                    <a:pt x="683" y="841"/>
                  </a:cubicBezTo>
                  <a:lnTo>
                    <a:pt x="683" y="841"/>
                  </a:lnTo>
                  <a:cubicBezTo>
                    <a:pt x="686" y="841"/>
                    <a:pt x="688" y="841"/>
                    <a:pt x="691" y="841"/>
                  </a:cubicBezTo>
                  <a:cubicBezTo>
                    <a:pt x="716" y="841"/>
                    <a:pt x="737" y="846"/>
                    <a:pt x="758" y="859"/>
                  </a:cubicBezTo>
                  <a:cubicBezTo>
                    <a:pt x="770" y="865"/>
                    <a:pt x="779" y="873"/>
                    <a:pt x="788" y="883"/>
                  </a:cubicBezTo>
                  <a:cubicBezTo>
                    <a:pt x="830" y="928"/>
                    <a:pt x="823" y="993"/>
                    <a:pt x="819" y="1040"/>
                  </a:cubicBezTo>
                  <a:cubicBezTo>
                    <a:pt x="817" y="1053"/>
                    <a:pt x="816" y="1065"/>
                    <a:pt x="816" y="1073"/>
                  </a:cubicBezTo>
                  <a:cubicBezTo>
                    <a:pt x="816" y="1083"/>
                    <a:pt x="816" y="1093"/>
                    <a:pt x="816" y="1103"/>
                  </a:cubicBezTo>
                  <a:lnTo>
                    <a:pt x="816" y="1103"/>
                  </a:lnTo>
                  <a:cubicBezTo>
                    <a:pt x="816" y="1114"/>
                    <a:pt x="816" y="1124"/>
                    <a:pt x="816" y="1136"/>
                  </a:cubicBezTo>
                  <a:cubicBezTo>
                    <a:pt x="816" y="1173"/>
                    <a:pt x="817" y="1204"/>
                    <a:pt x="820" y="1241"/>
                  </a:cubicBezTo>
                  <a:cubicBezTo>
                    <a:pt x="820" y="1244"/>
                    <a:pt x="820" y="1246"/>
                    <a:pt x="820" y="1249"/>
                  </a:cubicBezTo>
                  <a:lnTo>
                    <a:pt x="820" y="1249"/>
                  </a:lnTo>
                  <a:cubicBezTo>
                    <a:pt x="820" y="1252"/>
                    <a:pt x="819" y="1254"/>
                    <a:pt x="819" y="1256"/>
                  </a:cubicBezTo>
                  <a:cubicBezTo>
                    <a:pt x="819" y="1272"/>
                    <a:pt x="823" y="1285"/>
                    <a:pt x="831" y="1299"/>
                  </a:cubicBezTo>
                  <a:cubicBezTo>
                    <a:pt x="837" y="1310"/>
                    <a:pt x="845" y="1318"/>
                    <a:pt x="855" y="1326"/>
                  </a:cubicBezTo>
                  <a:lnTo>
                    <a:pt x="855" y="1326"/>
                  </a:lnTo>
                  <a:cubicBezTo>
                    <a:pt x="859" y="1328"/>
                    <a:pt x="862" y="1331"/>
                    <a:pt x="866" y="1333"/>
                  </a:cubicBezTo>
                  <a:cubicBezTo>
                    <a:pt x="882" y="1342"/>
                    <a:pt x="896" y="1346"/>
                    <a:pt x="914" y="1346"/>
                  </a:cubicBezTo>
                  <a:cubicBezTo>
                    <a:pt x="932" y="1346"/>
                    <a:pt x="948" y="1342"/>
                    <a:pt x="963" y="1333"/>
                  </a:cubicBezTo>
                  <a:cubicBezTo>
                    <a:pt x="979" y="1324"/>
                    <a:pt x="990" y="1313"/>
                    <a:pt x="999" y="1297"/>
                  </a:cubicBezTo>
                  <a:cubicBezTo>
                    <a:pt x="1008" y="1281"/>
                    <a:pt x="1012" y="1266"/>
                    <a:pt x="1013" y="1248"/>
                  </a:cubicBezTo>
                  <a:cubicBezTo>
                    <a:pt x="1013" y="1063"/>
                    <a:pt x="1065" y="965"/>
                    <a:pt x="1226" y="854"/>
                  </a:cubicBezTo>
                  <a:cubicBezTo>
                    <a:pt x="1228" y="853"/>
                    <a:pt x="1230" y="852"/>
                    <a:pt x="1231" y="851"/>
                  </a:cubicBezTo>
                  <a:cubicBezTo>
                    <a:pt x="1295" y="814"/>
                    <a:pt x="1331" y="770"/>
                    <a:pt x="1337" y="719"/>
                  </a:cubicBezTo>
                  <a:lnTo>
                    <a:pt x="1337" y="719"/>
                  </a:lnTo>
                  <a:cubicBezTo>
                    <a:pt x="1337" y="713"/>
                    <a:pt x="1338" y="708"/>
                    <a:pt x="1338" y="702"/>
                  </a:cubicBezTo>
                  <a:cubicBezTo>
                    <a:pt x="1338" y="680"/>
                    <a:pt x="1334" y="662"/>
                    <a:pt x="1326" y="642"/>
                  </a:cubicBezTo>
                  <a:lnTo>
                    <a:pt x="1326" y="642"/>
                  </a:lnTo>
                  <a:cubicBezTo>
                    <a:pt x="1321" y="632"/>
                    <a:pt x="1319" y="622"/>
                    <a:pt x="1319" y="611"/>
                  </a:cubicBezTo>
                  <a:cubicBezTo>
                    <a:pt x="1319" y="596"/>
                    <a:pt x="1323" y="584"/>
                    <a:pt x="1330" y="571"/>
                  </a:cubicBezTo>
                  <a:cubicBezTo>
                    <a:pt x="1334" y="565"/>
                    <a:pt x="1337" y="560"/>
                    <a:pt x="1342" y="555"/>
                  </a:cubicBezTo>
                  <a:cubicBezTo>
                    <a:pt x="1359" y="538"/>
                    <a:pt x="1376" y="522"/>
                    <a:pt x="1392" y="506"/>
                  </a:cubicBezTo>
                  <a:lnTo>
                    <a:pt x="1392" y="506"/>
                  </a:lnTo>
                  <a:cubicBezTo>
                    <a:pt x="1407" y="522"/>
                    <a:pt x="1419" y="538"/>
                    <a:pt x="1430" y="557"/>
                  </a:cubicBezTo>
                  <a:cubicBezTo>
                    <a:pt x="1457" y="603"/>
                    <a:pt x="1469" y="648"/>
                    <a:pt x="1469" y="702"/>
                  </a:cubicBezTo>
                  <a:cubicBezTo>
                    <a:pt x="1469" y="714"/>
                    <a:pt x="1468" y="724"/>
                    <a:pt x="1467" y="736"/>
                  </a:cubicBezTo>
                  <a:cubicBezTo>
                    <a:pt x="1459" y="799"/>
                    <a:pt x="1422" y="889"/>
                    <a:pt x="1298" y="962"/>
                  </a:cubicBezTo>
                  <a:cubicBezTo>
                    <a:pt x="1166" y="1055"/>
                    <a:pt x="1144" y="1121"/>
                    <a:pt x="1143" y="1242"/>
                  </a:cubicBezTo>
                  <a:lnTo>
                    <a:pt x="1143" y="1242"/>
                  </a:lnTo>
                  <a:cubicBezTo>
                    <a:pt x="1143" y="1243"/>
                    <a:pt x="1143" y="1243"/>
                    <a:pt x="1143" y="1243"/>
                  </a:cubicBezTo>
                  <a:cubicBezTo>
                    <a:pt x="1143" y="1286"/>
                    <a:pt x="1134" y="1323"/>
                    <a:pt x="1112" y="1360"/>
                  </a:cubicBezTo>
                  <a:cubicBezTo>
                    <a:pt x="1091" y="1397"/>
                    <a:pt x="1063" y="1424"/>
                    <a:pt x="1026" y="1445"/>
                  </a:cubicBezTo>
                  <a:cubicBezTo>
                    <a:pt x="996" y="1462"/>
                    <a:pt x="968" y="1472"/>
                    <a:pt x="933" y="1475"/>
                  </a:cubicBezTo>
                  <a:lnTo>
                    <a:pt x="933" y="1475"/>
                  </a:lnTo>
                  <a:cubicBezTo>
                    <a:pt x="927" y="1476"/>
                    <a:pt x="921" y="1476"/>
                    <a:pt x="914" y="1476"/>
                  </a:cubicBezTo>
                  <a:cubicBezTo>
                    <a:pt x="873" y="1476"/>
                    <a:pt x="837" y="1466"/>
                    <a:pt x="801" y="1445"/>
                  </a:cubicBezTo>
                  <a:cubicBezTo>
                    <a:pt x="764" y="1424"/>
                    <a:pt x="738" y="1398"/>
                    <a:pt x="717" y="1361"/>
                  </a:cubicBezTo>
                  <a:cubicBezTo>
                    <a:pt x="697" y="1326"/>
                    <a:pt x="687" y="1292"/>
                    <a:pt x="686" y="1251"/>
                  </a:cubicBezTo>
                  <a:lnTo>
                    <a:pt x="686" y="1251"/>
                  </a:lnTo>
                  <a:cubicBezTo>
                    <a:pt x="683" y="1211"/>
                    <a:pt x="682" y="1176"/>
                    <a:pt x="682" y="1135"/>
                  </a:cubicBezTo>
                  <a:cubicBezTo>
                    <a:pt x="682" y="1123"/>
                    <a:pt x="682" y="1113"/>
                    <a:pt x="682" y="1101"/>
                  </a:cubicBezTo>
                  <a:cubicBezTo>
                    <a:pt x="682" y="1092"/>
                    <a:pt x="682" y="1082"/>
                    <a:pt x="682" y="1072"/>
                  </a:cubicBezTo>
                  <a:lnTo>
                    <a:pt x="682" y="1072"/>
                  </a:lnTo>
                  <a:cubicBezTo>
                    <a:pt x="682" y="1056"/>
                    <a:pt x="683" y="1042"/>
                    <a:pt x="685" y="1026"/>
                  </a:cubicBezTo>
                  <a:lnTo>
                    <a:pt x="685" y="1026"/>
                  </a:lnTo>
                  <a:cubicBezTo>
                    <a:pt x="687" y="1011"/>
                    <a:pt x="688" y="999"/>
                    <a:pt x="688" y="984"/>
                  </a:cubicBezTo>
                  <a:cubicBezTo>
                    <a:pt x="688" y="980"/>
                    <a:pt x="688" y="977"/>
                    <a:pt x="688" y="973"/>
                  </a:cubicBezTo>
                  <a:cubicBezTo>
                    <a:pt x="686" y="973"/>
                    <a:pt x="684" y="973"/>
                    <a:pt x="682" y="973"/>
                  </a:cubicBezTo>
                  <a:lnTo>
                    <a:pt x="682" y="973"/>
                  </a:lnTo>
                  <a:lnTo>
                    <a:pt x="682" y="973"/>
                  </a:lnTo>
                  <a:cubicBezTo>
                    <a:pt x="629" y="973"/>
                    <a:pt x="584" y="961"/>
                    <a:pt x="539" y="934"/>
                  </a:cubicBezTo>
                  <a:cubicBezTo>
                    <a:pt x="493" y="908"/>
                    <a:pt x="460" y="875"/>
                    <a:pt x="434" y="830"/>
                  </a:cubicBezTo>
                  <a:cubicBezTo>
                    <a:pt x="407" y="784"/>
                    <a:pt x="395" y="740"/>
                    <a:pt x="395" y="687"/>
                  </a:cubicBezTo>
                  <a:cubicBezTo>
                    <a:pt x="395" y="683"/>
                    <a:pt x="395" y="679"/>
                    <a:pt x="396" y="674"/>
                  </a:cubicBezTo>
                  <a:lnTo>
                    <a:pt x="396" y="674"/>
                  </a:lnTo>
                  <a:cubicBezTo>
                    <a:pt x="399" y="628"/>
                    <a:pt x="411" y="589"/>
                    <a:pt x="434" y="548"/>
                  </a:cubicBezTo>
                  <a:cubicBezTo>
                    <a:pt x="461" y="501"/>
                    <a:pt x="495" y="468"/>
                    <a:pt x="541" y="441"/>
                  </a:cubicBezTo>
                  <a:cubicBezTo>
                    <a:pt x="588" y="414"/>
                    <a:pt x="633" y="402"/>
                    <a:pt x="686" y="401"/>
                  </a:cubicBezTo>
                  <a:cubicBezTo>
                    <a:pt x="771" y="401"/>
                    <a:pt x="786" y="369"/>
                    <a:pt x="786" y="307"/>
                  </a:cubicBezTo>
                  <a:cubicBezTo>
                    <a:pt x="786" y="204"/>
                    <a:pt x="633" y="172"/>
                    <a:pt x="624" y="171"/>
                  </a:cubicBezTo>
                  <a:lnTo>
                    <a:pt x="624" y="171"/>
                  </a:lnTo>
                  <a:cubicBezTo>
                    <a:pt x="616" y="169"/>
                    <a:pt x="609" y="167"/>
                    <a:pt x="602" y="163"/>
                  </a:cubicBezTo>
                  <a:cubicBezTo>
                    <a:pt x="591" y="157"/>
                    <a:pt x="584" y="148"/>
                    <a:pt x="578" y="138"/>
                  </a:cubicBezTo>
                  <a:cubicBezTo>
                    <a:pt x="571" y="127"/>
                    <a:pt x="569" y="117"/>
                    <a:pt x="569" y="105"/>
                  </a:cubicBezTo>
                  <a:cubicBezTo>
                    <a:pt x="569" y="103"/>
                    <a:pt x="569" y="102"/>
                    <a:pt x="569" y="100"/>
                  </a:cubicBezTo>
                  <a:lnTo>
                    <a:pt x="569" y="100"/>
                  </a:lnTo>
                  <a:cubicBezTo>
                    <a:pt x="570" y="90"/>
                    <a:pt x="572" y="82"/>
                    <a:pt x="578" y="73"/>
                  </a:cubicBezTo>
                  <a:cubicBezTo>
                    <a:pt x="584" y="62"/>
                    <a:pt x="592" y="54"/>
                    <a:pt x="603" y="48"/>
                  </a:cubicBezTo>
                  <a:cubicBezTo>
                    <a:pt x="607" y="45"/>
                    <a:pt x="611" y="43"/>
                    <a:pt x="617" y="42"/>
                  </a:cubicBezTo>
                  <a:lnTo>
                    <a:pt x="617" y="42"/>
                  </a:lnTo>
                  <a:cubicBezTo>
                    <a:pt x="708" y="13"/>
                    <a:pt x="789" y="0"/>
                    <a:pt x="885" y="0"/>
                  </a:cubicBezTo>
                  <a:cubicBezTo>
                    <a:pt x="1047" y="0"/>
                    <a:pt x="1186" y="37"/>
                    <a:pt x="1327" y="119"/>
                  </a:cubicBezTo>
                  <a:cubicBezTo>
                    <a:pt x="1469" y="200"/>
                    <a:pt x="1569" y="302"/>
                    <a:pt x="1651" y="443"/>
                  </a:cubicBezTo>
                  <a:cubicBezTo>
                    <a:pt x="1719" y="561"/>
                    <a:pt x="1754" y="673"/>
                    <a:pt x="1766" y="809"/>
                  </a:cubicBezTo>
                  <a:lnTo>
                    <a:pt x="1766" y="809"/>
                  </a:lnTo>
                  <a:cubicBezTo>
                    <a:pt x="1768" y="835"/>
                    <a:pt x="1769" y="858"/>
                    <a:pt x="1769" y="885"/>
                  </a:cubicBezTo>
                  <a:cubicBezTo>
                    <a:pt x="1769" y="1047"/>
                    <a:pt x="1733" y="1186"/>
                    <a:pt x="1651" y="1327"/>
                  </a:cubicBezTo>
                  <a:cubicBezTo>
                    <a:pt x="1570" y="1469"/>
                    <a:pt x="1467" y="1570"/>
                    <a:pt x="1326" y="1652"/>
                  </a:cubicBezTo>
                  <a:cubicBezTo>
                    <a:pt x="1185" y="1734"/>
                    <a:pt x="1046" y="1771"/>
                    <a:pt x="884" y="1771"/>
                  </a:cubicBezTo>
                  <a:cubicBezTo>
                    <a:pt x="873" y="1771"/>
                    <a:pt x="864" y="1771"/>
                    <a:pt x="854" y="1770"/>
                  </a:cubicBezTo>
                  <a:close/>
                  <a:moveTo>
                    <a:pt x="693" y="974"/>
                  </a:moveTo>
                  <a:lnTo>
                    <a:pt x="693" y="974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31" name="Group 38">
            <a:extLst>
              <a:ext uri="{FF2B5EF4-FFF2-40B4-BE49-F238E27FC236}">
                <a16:creationId xmlns:a16="http://schemas.microsoft.com/office/drawing/2014/main" id="{C8302C12-FCB7-064F-ABD2-50831E1C06A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240278" y="3859630"/>
            <a:ext cx="330038" cy="330038"/>
            <a:chOff x="5594" y="1376"/>
            <a:chExt cx="389" cy="389"/>
          </a:xfrm>
          <a:solidFill>
            <a:schemeClr val="bg1"/>
          </a:solidFill>
        </p:grpSpPr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BE3891D5-D604-0544-B870-93ACACA9C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4" y="1376"/>
              <a:ext cx="389" cy="389"/>
            </a:xfrm>
            <a:custGeom>
              <a:avLst/>
              <a:gdLst>
                <a:gd name="T0" fmla="*/ 1156 w 1719"/>
                <a:gd name="T1" fmla="*/ 1719 h 1720"/>
                <a:gd name="T2" fmla="*/ 1155 w 1719"/>
                <a:gd name="T3" fmla="*/ 1719 h 1720"/>
                <a:gd name="T4" fmla="*/ 1056 w 1719"/>
                <a:gd name="T5" fmla="*/ 1662 h 1720"/>
                <a:gd name="T6" fmla="*/ 1041 w 1719"/>
                <a:gd name="T7" fmla="*/ 1018 h 1720"/>
                <a:gd name="T8" fmla="*/ 678 w 1719"/>
                <a:gd name="T9" fmla="*/ 1312 h 1720"/>
                <a:gd name="T10" fmla="*/ 625 w 1719"/>
                <a:gd name="T11" fmla="*/ 1312 h 1720"/>
                <a:gd name="T12" fmla="*/ 556 w 1719"/>
                <a:gd name="T13" fmla="*/ 1273 h 1720"/>
                <a:gd name="T14" fmla="*/ 546 w 1719"/>
                <a:gd name="T15" fmla="*/ 999 h 1720"/>
                <a:gd name="T16" fmla="*/ 561 w 1719"/>
                <a:gd name="T17" fmla="*/ 943 h 1720"/>
                <a:gd name="T18" fmla="*/ 660 w 1719"/>
                <a:gd name="T19" fmla="*/ 886 h 1720"/>
                <a:gd name="T20" fmla="*/ 1057 w 1719"/>
                <a:gd name="T21" fmla="*/ 886 h 1720"/>
                <a:gd name="T22" fmla="*/ 1058 w 1719"/>
                <a:gd name="T23" fmla="*/ 886 h 1720"/>
                <a:gd name="T24" fmla="*/ 1158 w 1719"/>
                <a:gd name="T25" fmla="*/ 943 h 1720"/>
                <a:gd name="T26" fmla="*/ 1173 w 1719"/>
                <a:gd name="T27" fmla="*/ 1587 h 1720"/>
                <a:gd name="T28" fmla="*/ 1586 w 1719"/>
                <a:gd name="T29" fmla="*/ 659 h 1720"/>
                <a:gd name="T30" fmla="*/ 928 w 1719"/>
                <a:gd name="T31" fmla="*/ 157 h 1720"/>
                <a:gd name="T32" fmla="*/ 860 w 1719"/>
                <a:gd name="T33" fmla="*/ 133 h 1720"/>
                <a:gd name="T34" fmla="*/ 790 w 1719"/>
                <a:gd name="T35" fmla="*/ 157 h 1720"/>
                <a:gd name="T36" fmla="*/ 132 w 1719"/>
                <a:gd name="T37" fmla="*/ 1587 h 1720"/>
                <a:gd name="T38" fmla="*/ 595 w 1719"/>
                <a:gd name="T39" fmla="*/ 1587 h 1720"/>
                <a:gd name="T40" fmla="*/ 664 w 1719"/>
                <a:gd name="T41" fmla="*/ 1626 h 1720"/>
                <a:gd name="T42" fmla="*/ 675 w 1719"/>
                <a:gd name="T43" fmla="*/ 1666 h 1720"/>
                <a:gd name="T44" fmla="*/ 116 w 1719"/>
                <a:gd name="T45" fmla="*/ 1719 h 1720"/>
                <a:gd name="T46" fmla="*/ 114 w 1719"/>
                <a:gd name="T47" fmla="*/ 1719 h 1720"/>
                <a:gd name="T48" fmla="*/ 16 w 1719"/>
                <a:gd name="T49" fmla="*/ 1662 h 1720"/>
                <a:gd name="T50" fmla="*/ 0 w 1719"/>
                <a:gd name="T51" fmla="*/ 649 h 1720"/>
                <a:gd name="T52" fmla="*/ 0 w 1719"/>
                <a:gd name="T53" fmla="*/ 649 h 1720"/>
                <a:gd name="T54" fmla="*/ 45 w 1719"/>
                <a:gd name="T55" fmla="*/ 560 h 1720"/>
                <a:gd name="T56" fmla="*/ 710 w 1719"/>
                <a:gd name="T57" fmla="*/ 51 h 1720"/>
                <a:gd name="T58" fmla="*/ 860 w 1719"/>
                <a:gd name="T59" fmla="*/ 0 h 1720"/>
                <a:gd name="T60" fmla="*/ 1008 w 1719"/>
                <a:gd name="T61" fmla="*/ 51 h 1720"/>
                <a:gd name="T62" fmla="*/ 1674 w 1719"/>
                <a:gd name="T63" fmla="*/ 560 h 1720"/>
                <a:gd name="T64" fmla="*/ 1718 w 1719"/>
                <a:gd name="T65" fmla="*/ 649 h 1720"/>
                <a:gd name="T66" fmla="*/ 1718 w 1719"/>
                <a:gd name="T67" fmla="*/ 1606 h 1720"/>
                <a:gd name="T68" fmla="*/ 1661 w 1719"/>
                <a:gd name="T69" fmla="*/ 1703 h 1720"/>
                <a:gd name="T70" fmla="*/ 1602 w 1719"/>
                <a:gd name="T71" fmla="*/ 1719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19" h="1720">
                  <a:moveTo>
                    <a:pt x="1602" y="1719"/>
                  </a:moveTo>
                  <a:cubicBezTo>
                    <a:pt x="1453" y="1719"/>
                    <a:pt x="1305" y="1719"/>
                    <a:pt x="1156" y="1719"/>
                  </a:cubicBezTo>
                  <a:lnTo>
                    <a:pt x="1156" y="1719"/>
                  </a:lnTo>
                  <a:cubicBezTo>
                    <a:pt x="1156" y="1719"/>
                    <a:pt x="1156" y="1719"/>
                    <a:pt x="1155" y="1719"/>
                  </a:cubicBezTo>
                  <a:cubicBezTo>
                    <a:pt x="1134" y="1719"/>
                    <a:pt x="1116" y="1714"/>
                    <a:pt x="1098" y="1703"/>
                  </a:cubicBezTo>
                  <a:cubicBezTo>
                    <a:pt x="1080" y="1693"/>
                    <a:pt x="1066" y="1680"/>
                    <a:pt x="1056" y="1662"/>
                  </a:cubicBezTo>
                  <a:cubicBezTo>
                    <a:pt x="1046" y="1644"/>
                    <a:pt x="1041" y="1626"/>
                    <a:pt x="1041" y="1606"/>
                  </a:cubicBezTo>
                  <a:cubicBezTo>
                    <a:pt x="1041" y="1410"/>
                    <a:pt x="1041" y="1214"/>
                    <a:pt x="1041" y="1018"/>
                  </a:cubicBezTo>
                  <a:cubicBezTo>
                    <a:pt x="920" y="1018"/>
                    <a:pt x="799" y="1018"/>
                    <a:pt x="678" y="1018"/>
                  </a:cubicBezTo>
                  <a:cubicBezTo>
                    <a:pt x="678" y="1116"/>
                    <a:pt x="678" y="1214"/>
                    <a:pt x="678" y="1312"/>
                  </a:cubicBezTo>
                  <a:cubicBezTo>
                    <a:pt x="660" y="1312"/>
                    <a:pt x="642" y="1312"/>
                    <a:pt x="625" y="1312"/>
                  </a:cubicBezTo>
                  <a:lnTo>
                    <a:pt x="625" y="1312"/>
                  </a:lnTo>
                  <a:cubicBezTo>
                    <a:pt x="610" y="1312"/>
                    <a:pt x="597" y="1310"/>
                    <a:pt x="585" y="1302"/>
                  </a:cubicBezTo>
                  <a:cubicBezTo>
                    <a:pt x="572" y="1295"/>
                    <a:pt x="563" y="1286"/>
                    <a:pt x="556" y="1273"/>
                  </a:cubicBezTo>
                  <a:cubicBezTo>
                    <a:pt x="549" y="1261"/>
                    <a:pt x="546" y="1248"/>
                    <a:pt x="546" y="1233"/>
                  </a:cubicBezTo>
                  <a:cubicBezTo>
                    <a:pt x="546" y="1155"/>
                    <a:pt x="546" y="1077"/>
                    <a:pt x="546" y="999"/>
                  </a:cubicBezTo>
                  <a:lnTo>
                    <a:pt x="546" y="999"/>
                  </a:lnTo>
                  <a:cubicBezTo>
                    <a:pt x="546" y="979"/>
                    <a:pt x="551" y="961"/>
                    <a:pt x="561" y="943"/>
                  </a:cubicBezTo>
                  <a:cubicBezTo>
                    <a:pt x="571" y="925"/>
                    <a:pt x="585" y="912"/>
                    <a:pt x="603" y="901"/>
                  </a:cubicBezTo>
                  <a:cubicBezTo>
                    <a:pt x="621" y="891"/>
                    <a:pt x="639" y="886"/>
                    <a:pt x="660" y="886"/>
                  </a:cubicBezTo>
                  <a:cubicBezTo>
                    <a:pt x="661" y="886"/>
                    <a:pt x="660" y="886"/>
                    <a:pt x="661" y="886"/>
                  </a:cubicBezTo>
                  <a:cubicBezTo>
                    <a:pt x="793" y="886"/>
                    <a:pt x="925" y="886"/>
                    <a:pt x="1057" y="886"/>
                  </a:cubicBezTo>
                  <a:lnTo>
                    <a:pt x="1057" y="886"/>
                  </a:lnTo>
                  <a:cubicBezTo>
                    <a:pt x="1058" y="886"/>
                    <a:pt x="1058" y="886"/>
                    <a:pt x="1058" y="886"/>
                  </a:cubicBezTo>
                  <a:cubicBezTo>
                    <a:pt x="1079" y="886"/>
                    <a:pt x="1098" y="891"/>
                    <a:pt x="1116" y="901"/>
                  </a:cubicBezTo>
                  <a:cubicBezTo>
                    <a:pt x="1135" y="912"/>
                    <a:pt x="1148" y="925"/>
                    <a:pt x="1158" y="943"/>
                  </a:cubicBezTo>
                  <a:cubicBezTo>
                    <a:pt x="1169" y="961"/>
                    <a:pt x="1173" y="978"/>
                    <a:pt x="1173" y="999"/>
                  </a:cubicBezTo>
                  <a:cubicBezTo>
                    <a:pt x="1173" y="1195"/>
                    <a:pt x="1173" y="1391"/>
                    <a:pt x="1173" y="1587"/>
                  </a:cubicBezTo>
                  <a:cubicBezTo>
                    <a:pt x="1311" y="1587"/>
                    <a:pt x="1448" y="1587"/>
                    <a:pt x="1586" y="1587"/>
                  </a:cubicBezTo>
                  <a:cubicBezTo>
                    <a:pt x="1586" y="1278"/>
                    <a:pt x="1586" y="968"/>
                    <a:pt x="1586" y="659"/>
                  </a:cubicBezTo>
                  <a:cubicBezTo>
                    <a:pt x="1367" y="491"/>
                    <a:pt x="1148" y="324"/>
                    <a:pt x="928" y="157"/>
                  </a:cubicBezTo>
                  <a:lnTo>
                    <a:pt x="928" y="157"/>
                  </a:lnTo>
                  <a:cubicBezTo>
                    <a:pt x="924" y="154"/>
                    <a:pt x="920" y="151"/>
                    <a:pt x="916" y="149"/>
                  </a:cubicBezTo>
                  <a:cubicBezTo>
                    <a:pt x="898" y="138"/>
                    <a:pt x="880" y="133"/>
                    <a:pt x="860" y="133"/>
                  </a:cubicBezTo>
                  <a:cubicBezTo>
                    <a:pt x="839" y="133"/>
                    <a:pt x="821" y="139"/>
                    <a:pt x="803" y="149"/>
                  </a:cubicBezTo>
                  <a:cubicBezTo>
                    <a:pt x="798" y="152"/>
                    <a:pt x="795" y="154"/>
                    <a:pt x="790" y="157"/>
                  </a:cubicBezTo>
                  <a:cubicBezTo>
                    <a:pt x="570" y="324"/>
                    <a:pt x="351" y="491"/>
                    <a:pt x="132" y="659"/>
                  </a:cubicBezTo>
                  <a:cubicBezTo>
                    <a:pt x="132" y="968"/>
                    <a:pt x="132" y="1278"/>
                    <a:pt x="132" y="1587"/>
                  </a:cubicBezTo>
                  <a:cubicBezTo>
                    <a:pt x="286" y="1587"/>
                    <a:pt x="440" y="1587"/>
                    <a:pt x="595" y="1587"/>
                  </a:cubicBezTo>
                  <a:lnTo>
                    <a:pt x="595" y="1587"/>
                  </a:lnTo>
                  <a:cubicBezTo>
                    <a:pt x="610" y="1587"/>
                    <a:pt x="622" y="1590"/>
                    <a:pt x="635" y="1597"/>
                  </a:cubicBezTo>
                  <a:cubicBezTo>
                    <a:pt x="648" y="1604"/>
                    <a:pt x="657" y="1614"/>
                    <a:pt x="664" y="1626"/>
                  </a:cubicBezTo>
                  <a:cubicBezTo>
                    <a:pt x="671" y="1639"/>
                    <a:pt x="675" y="1651"/>
                    <a:pt x="675" y="1666"/>
                  </a:cubicBezTo>
                  <a:lnTo>
                    <a:pt x="675" y="1666"/>
                  </a:lnTo>
                  <a:cubicBezTo>
                    <a:pt x="675" y="1684"/>
                    <a:pt x="675" y="1701"/>
                    <a:pt x="675" y="1719"/>
                  </a:cubicBezTo>
                  <a:cubicBezTo>
                    <a:pt x="488" y="1719"/>
                    <a:pt x="302" y="1719"/>
                    <a:pt x="116" y="1719"/>
                  </a:cubicBezTo>
                  <a:lnTo>
                    <a:pt x="116" y="1719"/>
                  </a:lnTo>
                  <a:cubicBezTo>
                    <a:pt x="115" y="1719"/>
                    <a:pt x="115" y="1719"/>
                    <a:pt x="114" y="1719"/>
                  </a:cubicBezTo>
                  <a:cubicBezTo>
                    <a:pt x="93" y="1719"/>
                    <a:pt x="75" y="1714"/>
                    <a:pt x="57" y="1703"/>
                  </a:cubicBezTo>
                  <a:cubicBezTo>
                    <a:pt x="38" y="1693"/>
                    <a:pt x="26" y="1680"/>
                    <a:pt x="16" y="1662"/>
                  </a:cubicBezTo>
                  <a:cubicBezTo>
                    <a:pt x="5" y="1644"/>
                    <a:pt x="0" y="1626"/>
                    <a:pt x="0" y="1606"/>
                  </a:cubicBezTo>
                  <a:cubicBezTo>
                    <a:pt x="0" y="1287"/>
                    <a:pt x="0" y="968"/>
                    <a:pt x="0" y="649"/>
                  </a:cubicBezTo>
                  <a:lnTo>
                    <a:pt x="0" y="649"/>
                  </a:lnTo>
                  <a:lnTo>
                    <a:pt x="0" y="649"/>
                  </a:lnTo>
                  <a:cubicBezTo>
                    <a:pt x="0" y="628"/>
                    <a:pt x="5" y="610"/>
                    <a:pt x="15" y="593"/>
                  </a:cubicBezTo>
                  <a:cubicBezTo>
                    <a:pt x="23" y="579"/>
                    <a:pt x="32" y="569"/>
                    <a:pt x="45" y="560"/>
                  </a:cubicBezTo>
                  <a:cubicBezTo>
                    <a:pt x="267" y="390"/>
                    <a:pt x="488" y="221"/>
                    <a:pt x="710" y="51"/>
                  </a:cubicBezTo>
                  <a:lnTo>
                    <a:pt x="710" y="51"/>
                  </a:lnTo>
                  <a:cubicBezTo>
                    <a:pt x="719" y="44"/>
                    <a:pt x="726" y="39"/>
                    <a:pt x="737" y="33"/>
                  </a:cubicBezTo>
                  <a:cubicBezTo>
                    <a:pt x="775" y="11"/>
                    <a:pt x="814" y="0"/>
                    <a:pt x="860" y="0"/>
                  </a:cubicBezTo>
                  <a:cubicBezTo>
                    <a:pt x="905" y="0"/>
                    <a:pt x="943" y="10"/>
                    <a:pt x="982" y="33"/>
                  </a:cubicBezTo>
                  <a:cubicBezTo>
                    <a:pt x="992" y="38"/>
                    <a:pt x="999" y="44"/>
                    <a:pt x="1008" y="51"/>
                  </a:cubicBezTo>
                  <a:cubicBezTo>
                    <a:pt x="1230" y="221"/>
                    <a:pt x="1452" y="390"/>
                    <a:pt x="1674" y="560"/>
                  </a:cubicBezTo>
                  <a:lnTo>
                    <a:pt x="1674" y="560"/>
                  </a:lnTo>
                  <a:cubicBezTo>
                    <a:pt x="1687" y="570"/>
                    <a:pt x="1695" y="580"/>
                    <a:pt x="1703" y="593"/>
                  </a:cubicBezTo>
                  <a:cubicBezTo>
                    <a:pt x="1714" y="611"/>
                    <a:pt x="1718" y="628"/>
                    <a:pt x="1718" y="649"/>
                  </a:cubicBezTo>
                  <a:cubicBezTo>
                    <a:pt x="1718" y="968"/>
                    <a:pt x="1718" y="1287"/>
                    <a:pt x="1718" y="1606"/>
                  </a:cubicBezTo>
                  <a:lnTo>
                    <a:pt x="1718" y="1606"/>
                  </a:lnTo>
                  <a:cubicBezTo>
                    <a:pt x="1718" y="1626"/>
                    <a:pt x="1713" y="1644"/>
                    <a:pt x="1703" y="1662"/>
                  </a:cubicBezTo>
                  <a:cubicBezTo>
                    <a:pt x="1692" y="1680"/>
                    <a:pt x="1679" y="1693"/>
                    <a:pt x="1661" y="1703"/>
                  </a:cubicBezTo>
                  <a:cubicBezTo>
                    <a:pt x="1643" y="1714"/>
                    <a:pt x="1625" y="1719"/>
                    <a:pt x="1604" y="1719"/>
                  </a:cubicBezTo>
                  <a:cubicBezTo>
                    <a:pt x="1603" y="1719"/>
                    <a:pt x="1603" y="1719"/>
                    <a:pt x="1602" y="171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33" name="Group 77">
            <a:extLst>
              <a:ext uri="{FF2B5EF4-FFF2-40B4-BE49-F238E27FC236}">
                <a16:creationId xmlns:a16="http://schemas.microsoft.com/office/drawing/2014/main" id="{56294763-34D5-FF4F-96AA-7AA730CCFD5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588984" y="3917172"/>
            <a:ext cx="322191" cy="272496"/>
            <a:chOff x="3916" y="819"/>
            <a:chExt cx="389" cy="329"/>
          </a:xfrm>
          <a:solidFill>
            <a:schemeClr val="bg1"/>
          </a:solidFill>
        </p:grpSpPr>
        <p:sp>
          <p:nvSpPr>
            <p:cNvPr id="34" name="Freeform 78">
              <a:extLst>
                <a:ext uri="{FF2B5EF4-FFF2-40B4-BE49-F238E27FC236}">
                  <a16:creationId xmlns:a16="http://schemas.microsoft.com/office/drawing/2014/main" id="{837B5F69-6E7A-6147-A3BD-1E716B52B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6" y="819"/>
              <a:ext cx="389" cy="329"/>
            </a:xfrm>
            <a:custGeom>
              <a:avLst/>
              <a:gdLst>
                <a:gd name="T0" fmla="*/ 253 w 1718"/>
                <a:gd name="T1" fmla="*/ 1453 h 1454"/>
                <a:gd name="T2" fmla="*/ 127 w 1718"/>
                <a:gd name="T3" fmla="*/ 1419 h 1454"/>
                <a:gd name="T4" fmla="*/ 0 w 1718"/>
                <a:gd name="T5" fmla="*/ 1199 h 1454"/>
                <a:gd name="T6" fmla="*/ 0 w 1718"/>
                <a:gd name="T7" fmla="*/ 255 h 1454"/>
                <a:gd name="T8" fmla="*/ 0 w 1718"/>
                <a:gd name="T9" fmla="*/ 255 h 1454"/>
                <a:gd name="T10" fmla="*/ 127 w 1718"/>
                <a:gd name="T11" fmla="*/ 34 h 1454"/>
                <a:gd name="T12" fmla="*/ 1464 w 1718"/>
                <a:gd name="T13" fmla="*/ 0 h 1454"/>
                <a:gd name="T14" fmla="*/ 1590 w 1718"/>
                <a:gd name="T15" fmla="*/ 34 h 1454"/>
                <a:gd name="T16" fmla="*/ 1717 w 1718"/>
                <a:gd name="T17" fmla="*/ 254 h 1454"/>
                <a:gd name="T18" fmla="*/ 1717 w 1718"/>
                <a:gd name="T19" fmla="*/ 366 h 1454"/>
                <a:gd name="T20" fmla="*/ 1717 w 1718"/>
                <a:gd name="T21" fmla="*/ 366 h 1454"/>
                <a:gd name="T22" fmla="*/ 1684 w 1718"/>
                <a:gd name="T23" fmla="*/ 423 h 1454"/>
                <a:gd name="T24" fmla="*/ 885 w 1718"/>
                <a:gd name="T25" fmla="*/ 779 h 1454"/>
                <a:gd name="T26" fmla="*/ 859 w 1718"/>
                <a:gd name="T27" fmla="*/ 784 h 1454"/>
                <a:gd name="T28" fmla="*/ 251 w 1718"/>
                <a:gd name="T29" fmla="*/ 518 h 1454"/>
                <a:gd name="T30" fmla="*/ 273 w 1718"/>
                <a:gd name="T31" fmla="*/ 470 h 1454"/>
                <a:gd name="T32" fmla="*/ 306 w 1718"/>
                <a:gd name="T33" fmla="*/ 433 h 1454"/>
                <a:gd name="T34" fmla="*/ 379 w 1718"/>
                <a:gd name="T35" fmla="*/ 430 h 1454"/>
                <a:gd name="T36" fmla="*/ 1585 w 1718"/>
                <a:gd name="T37" fmla="*/ 323 h 1454"/>
                <a:gd name="T38" fmla="*/ 1585 w 1718"/>
                <a:gd name="T39" fmla="*/ 256 h 1454"/>
                <a:gd name="T40" fmla="*/ 1569 w 1718"/>
                <a:gd name="T41" fmla="*/ 193 h 1454"/>
                <a:gd name="T42" fmla="*/ 1465 w 1718"/>
                <a:gd name="T43" fmla="*/ 132 h 1454"/>
                <a:gd name="T44" fmla="*/ 253 w 1718"/>
                <a:gd name="T45" fmla="*/ 132 h 1454"/>
                <a:gd name="T46" fmla="*/ 149 w 1718"/>
                <a:gd name="T47" fmla="*/ 193 h 1454"/>
                <a:gd name="T48" fmla="*/ 132 w 1718"/>
                <a:gd name="T49" fmla="*/ 255 h 1454"/>
                <a:gd name="T50" fmla="*/ 132 w 1718"/>
                <a:gd name="T51" fmla="*/ 1198 h 1454"/>
                <a:gd name="T52" fmla="*/ 149 w 1718"/>
                <a:gd name="T53" fmla="*/ 1260 h 1454"/>
                <a:gd name="T54" fmla="*/ 253 w 1718"/>
                <a:gd name="T55" fmla="*/ 1321 h 1454"/>
                <a:gd name="T56" fmla="*/ 1464 w 1718"/>
                <a:gd name="T57" fmla="*/ 1321 h 1454"/>
                <a:gd name="T58" fmla="*/ 1568 w 1718"/>
                <a:gd name="T59" fmla="*/ 1260 h 1454"/>
                <a:gd name="T60" fmla="*/ 1585 w 1718"/>
                <a:gd name="T61" fmla="*/ 1198 h 1454"/>
                <a:gd name="T62" fmla="*/ 1585 w 1718"/>
                <a:gd name="T63" fmla="*/ 803 h 1454"/>
                <a:gd name="T64" fmla="*/ 1624 w 1718"/>
                <a:gd name="T65" fmla="*/ 734 h 1454"/>
                <a:gd name="T66" fmla="*/ 1717 w 1718"/>
                <a:gd name="T67" fmla="*/ 724 h 1454"/>
                <a:gd name="T68" fmla="*/ 1717 w 1718"/>
                <a:gd name="T69" fmla="*/ 1198 h 1454"/>
                <a:gd name="T70" fmla="*/ 1683 w 1718"/>
                <a:gd name="T71" fmla="*/ 1326 h 1454"/>
                <a:gd name="T72" fmla="*/ 1464 w 1718"/>
                <a:gd name="T73" fmla="*/ 1453 h 1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718" h="1454">
                  <a:moveTo>
                    <a:pt x="1464" y="1453"/>
                  </a:moveTo>
                  <a:cubicBezTo>
                    <a:pt x="1060" y="1453"/>
                    <a:pt x="657" y="1453"/>
                    <a:pt x="253" y="1453"/>
                  </a:cubicBezTo>
                  <a:lnTo>
                    <a:pt x="253" y="1453"/>
                  </a:lnTo>
                  <a:cubicBezTo>
                    <a:pt x="207" y="1453"/>
                    <a:pt x="167" y="1442"/>
                    <a:pt x="127" y="1419"/>
                  </a:cubicBezTo>
                  <a:cubicBezTo>
                    <a:pt x="87" y="1396"/>
                    <a:pt x="57" y="1367"/>
                    <a:pt x="34" y="1326"/>
                  </a:cubicBezTo>
                  <a:cubicBezTo>
                    <a:pt x="10" y="1286"/>
                    <a:pt x="0" y="1246"/>
                    <a:pt x="0" y="1199"/>
                  </a:cubicBezTo>
                  <a:cubicBezTo>
                    <a:pt x="0" y="1199"/>
                    <a:pt x="0" y="1199"/>
                    <a:pt x="0" y="1198"/>
                  </a:cubicBezTo>
                  <a:cubicBezTo>
                    <a:pt x="0" y="884"/>
                    <a:pt x="0" y="569"/>
                    <a:pt x="0" y="255"/>
                  </a:cubicBezTo>
                  <a:lnTo>
                    <a:pt x="0" y="255"/>
                  </a:lnTo>
                  <a:lnTo>
                    <a:pt x="0" y="255"/>
                  </a:lnTo>
                  <a:cubicBezTo>
                    <a:pt x="0" y="208"/>
                    <a:pt x="10" y="167"/>
                    <a:pt x="34" y="127"/>
                  </a:cubicBezTo>
                  <a:cubicBezTo>
                    <a:pt x="57" y="86"/>
                    <a:pt x="87" y="58"/>
                    <a:pt x="127" y="34"/>
                  </a:cubicBezTo>
                  <a:cubicBezTo>
                    <a:pt x="167" y="11"/>
                    <a:pt x="207" y="1"/>
                    <a:pt x="253" y="0"/>
                  </a:cubicBezTo>
                  <a:cubicBezTo>
                    <a:pt x="657" y="0"/>
                    <a:pt x="1060" y="0"/>
                    <a:pt x="1464" y="0"/>
                  </a:cubicBezTo>
                  <a:lnTo>
                    <a:pt x="1464" y="0"/>
                  </a:lnTo>
                  <a:cubicBezTo>
                    <a:pt x="1511" y="1"/>
                    <a:pt x="1550" y="11"/>
                    <a:pt x="1590" y="34"/>
                  </a:cubicBezTo>
                  <a:cubicBezTo>
                    <a:pt x="1630" y="58"/>
                    <a:pt x="1660" y="86"/>
                    <a:pt x="1683" y="127"/>
                  </a:cubicBezTo>
                  <a:cubicBezTo>
                    <a:pt x="1707" y="167"/>
                    <a:pt x="1717" y="207"/>
                    <a:pt x="1717" y="254"/>
                  </a:cubicBezTo>
                  <a:cubicBezTo>
                    <a:pt x="1717" y="255"/>
                    <a:pt x="1717" y="255"/>
                    <a:pt x="1717" y="255"/>
                  </a:cubicBezTo>
                  <a:cubicBezTo>
                    <a:pt x="1717" y="292"/>
                    <a:pt x="1717" y="329"/>
                    <a:pt x="1717" y="366"/>
                  </a:cubicBezTo>
                  <a:lnTo>
                    <a:pt x="1717" y="366"/>
                  </a:lnTo>
                  <a:lnTo>
                    <a:pt x="1717" y="366"/>
                  </a:lnTo>
                  <a:cubicBezTo>
                    <a:pt x="1717" y="378"/>
                    <a:pt x="1714" y="388"/>
                    <a:pt x="1708" y="399"/>
                  </a:cubicBezTo>
                  <a:cubicBezTo>
                    <a:pt x="1702" y="409"/>
                    <a:pt x="1694" y="416"/>
                    <a:pt x="1684" y="423"/>
                  </a:cubicBezTo>
                  <a:cubicBezTo>
                    <a:pt x="1682" y="424"/>
                    <a:pt x="1680" y="425"/>
                    <a:pt x="1678" y="426"/>
                  </a:cubicBezTo>
                  <a:cubicBezTo>
                    <a:pt x="1414" y="543"/>
                    <a:pt x="1150" y="661"/>
                    <a:pt x="885" y="779"/>
                  </a:cubicBezTo>
                  <a:lnTo>
                    <a:pt x="885" y="779"/>
                  </a:lnTo>
                  <a:cubicBezTo>
                    <a:pt x="876" y="782"/>
                    <a:pt x="868" y="784"/>
                    <a:pt x="859" y="784"/>
                  </a:cubicBezTo>
                  <a:cubicBezTo>
                    <a:pt x="849" y="784"/>
                    <a:pt x="842" y="782"/>
                    <a:pt x="833" y="779"/>
                  </a:cubicBezTo>
                  <a:cubicBezTo>
                    <a:pt x="639" y="692"/>
                    <a:pt x="445" y="605"/>
                    <a:pt x="251" y="518"/>
                  </a:cubicBezTo>
                  <a:cubicBezTo>
                    <a:pt x="258" y="502"/>
                    <a:pt x="266" y="486"/>
                    <a:pt x="273" y="470"/>
                  </a:cubicBezTo>
                  <a:lnTo>
                    <a:pt x="273" y="470"/>
                  </a:lnTo>
                  <a:cubicBezTo>
                    <a:pt x="274" y="467"/>
                    <a:pt x="275" y="465"/>
                    <a:pt x="277" y="462"/>
                  </a:cubicBezTo>
                  <a:cubicBezTo>
                    <a:pt x="284" y="450"/>
                    <a:pt x="293" y="440"/>
                    <a:pt x="306" y="433"/>
                  </a:cubicBezTo>
                  <a:cubicBezTo>
                    <a:pt x="319" y="426"/>
                    <a:pt x="331" y="423"/>
                    <a:pt x="346" y="423"/>
                  </a:cubicBezTo>
                  <a:cubicBezTo>
                    <a:pt x="358" y="423"/>
                    <a:pt x="368" y="425"/>
                    <a:pt x="379" y="430"/>
                  </a:cubicBezTo>
                  <a:cubicBezTo>
                    <a:pt x="539" y="502"/>
                    <a:pt x="699" y="574"/>
                    <a:pt x="859" y="646"/>
                  </a:cubicBezTo>
                  <a:cubicBezTo>
                    <a:pt x="1101" y="538"/>
                    <a:pt x="1343" y="430"/>
                    <a:pt x="1585" y="323"/>
                  </a:cubicBezTo>
                  <a:cubicBezTo>
                    <a:pt x="1585" y="300"/>
                    <a:pt x="1585" y="278"/>
                    <a:pt x="1585" y="256"/>
                  </a:cubicBezTo>
                  <a:lnTo>
                    <a:pt x="1585" y="256"/>
                  </a:lnTo>
                  <a:cubicBezTo>
                    <a:pt x="1585" y="255"/>
                    <a:pt x="1585" y="255"/>
                    <a:pt x="1585" y="254"/>
                  </a:cubicBezTo>
                  <a:cubicBezTo>
                    <a:pt x="1585" y="232"/>
                    <a:pt x="1580" y="212"/>
                    <a:pt x="1569" y="193"/>
                  </a:cubicBezTo>
                  <a:cubicBezTo>
                    <a:pt x="1558" y="173"/>
                    <a:pt x="1544" y="160"/>
                    <a:pt x="1525" y="149"/>
                  </a:cubicBezTo>
                  <a:cubicBezTo>
                    <a:pt x="1506" y="138"/>
                    <a:pt x="1487" y="133"/>
                    <a:pt x="1465" y="132"/>
                  </a:cubicBezTo>
                  <a:cubicBezTo>
                    <a:pt x="1061" y="132"/>
                    <a:pt x="657" y="132"/>
                    <a:pt x="253" y="132"/>
                  </a:cubicBezTo>
                  <a:lnTo>
                    <a:pt x="253" y="132"/>
                  </a:lnTo>
                  <a:cubicBezTo>
                    <a:pt x="231" y="133"/>
                    <a:pt x="212" y="138"/>
                    <a:pt x="193" y="149"/>
                  </a:cubicBezTo>
                  <a:cubicBezTo>
                    <a:pt x="174" y="160"/>
                    <a:pt x="160" y="173"/>
                    <a:pt x="149" y="193"/>
                  </a:cubicBezTo>
                  <a:cubicBezTo>
                    <a:pt x="137" y="212"/>
                    <a:pt x="132" y="232"/>
                    <a:pt x="132" y="254"/>
                  </a:cubicBezTo>
                  <a:cubicBezTo>
                    <a:pt x="132" y="254"/>
                    <a:pt x="132" y="255"/>
                    <a:pt x="132" y="255"/>
                  </a:cubicBezTo>
                  <a:cubicBezTo>
                    <a:pt x="132" y="569"/>
                    <a:pt x="132" y="884"/>
                    <a:pt x="132" y="1198"/>
                  </a:cubicBezTo>
                  <a:lnTo>
                    <a:pt x="132" y="1198"/>
                  </a:lnTo>
                  <a:cubicBezTo>
                    <a:pt x="132" y="1199"/>
                    <a:pt x="132" y="1199"/>
                    <a:pt x="132" y="1199"/>
                  </a:cubicBezTo>
                  <a:cubicBezTo>
                    <a:pt x="132" y="1222"/>
                    <a:pt x="137" y="1241"/>
                    <a:pt x="149" y="1260"/>
                  </a:cubicBezTo>
                  <a:cubicBezTo>
                    <a:pt x="160" y="1280"/>
                    <a:pt x="174" y="1294"/>
                    <a:pt x="193" y="1305"/>
                  </a:cubicBezTo>
                  <a:cubicBezTo>
                    <a:pt x="212" y="1316"/>
                    <a:pt x="231" y="1321"/>
                    <a:pt x="253" y="1321"/>
                  </a:cubicBezTo>
                  <a:cubicBezTo>
                    <a:pt x="657" y="1321"/>
                    <a:pt x="1060" y="1321"/>
                    <a:pt x="1464" y="1321"/>
                  </a:cubicBezTo>
                  <a:lnTo>
                    <a:pt x="1464" y="1321"/>
                  </a:lnTo>
                  <a:cubicBezTo>
                    <a:pt x="1486" y="1321"/>
                    <a:pt x="1505" y="1316"/>
                    <a:pt x="1524" y="1305"/>
                  </a:cubicBezTo>
                  <a:cubicBezTo>
                    <a:pt x="1543" y="1294"/>
                    <a:pt x="1557" y="1280"/>
                    <a:pt x="1568" y="1260"/>
                  </a:cubicBezTo>
                  <a:cubicBezTo>
                    <a:pt x="1580" y="1241"/>
                    <a:pt x="1585" y="1222"/>
                    <a:pt x="1585" y="1199"/>
                  </a:cubicBezTo>
                  <a:cubicBezTo>
                    <a:pt x="1585" y="1199"/>
                    <a:pt x="1585" y="1199"/>
                    <a:pt x="1585" y="1198"/>
                  </a:cubicBezTo>
                  <a:cubicBezTo>
                    <a:pt x="1585" y="1066"/>
                    <a:pt x="1585" y="934"/>
                    <a:pt x="1585" y="803"/>
                  </a:cubicBezTo>
                  <a:lnTo>
                    <a:pt x="1585" y="803"/>
                  </a:lnTo>
                  <a:cubicBezTo>
                    <a:pt x="1585" y="788"/>
                    <a:pt x="1588" y="775"/>
                    <a:pt x="1595" y="763"/>
                  </a:cubicBezTo>
                  <a:cubicBezTo>
                    <a:pt x="1603" y="750"/>
                    <a:pt x="1612" y="741"/>
                    <a:pt x="1624" y="734"/>
                  </a:cubicBezTo>
                  <a:cubicBezTo>
                    <a:pt x="1637" y="727"/>
                    <a:pt x="1649" y="724"/>
                    <a:pt x="1664" y="724"/>
                  </a:cubicBezTo>
                  <a:cubicBezTo>
                    <a:pt x="1682" y="724"/>
                    <a:pt x="1699" y="724"/>
                    <a:pt x="1717" y="724"/>
                  </a:cubicBezTo>
                  <a:cubicBezTo>
                    <a:pt x="1717" y="882"/>
                    <a:pt x="1717" y="1040"/>
                    <a:pt x="1717" y="1198"/>
                  </a:cubicBezTo>
                  <a:lnTo>
                    <a:pt x="1717" y="1198"/>
                  </a:lnTo>
                  <a:cubicBezTo>
                    <a:pt x="1717" y="1199"/>
                    <a:pt x="1717" y="1199"/>
                    <a:pt x="1717" y="1199"/>
                  </a:cubicBezTo>
                  <a:cubicBezTo>
                    <a:pt x="1717" y="1246"/>
                    <a:pt x="1707" y="1286"/>
                    <a:pt x="1683" y="1326"/>
                  </a:cubicBezTo>
                  <a:cubicBezTo>
                    <a:pt x="1660" y="1367"/>
                    <a:pt x="1630" y="1396"/>
                    <a:pt x="1590" y="1419"/>
                  </a:cubicBezTo>
                  <a:cubicBezTo>
                    <a:pt x="1550" y="1442"/>
                    <a:pt x="1511" y="1453"/>
                    <a:pt x="1464" y="145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192110707"/>
      </p:ext>
    </p:extLst>
  </p:cSld>
  <p:clrMapOvr>
    <a:masterClrMapping/>
  </p:clrMapOvr>
  <p:transition spd="slow">
    <p:cover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98ED7AB-4799-4BDE-A990-2FAF81A48C32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4978578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564203"/>
            <a:ext cx="7886700" cy="84470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noProof="0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BC8787D-1CB1-104A-971E-0A096339F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0825"/>
            <a:ext cx="7886700" cy="36274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7FCDBF93-2A67-FB4C-A9BF-6447C85F3B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r>
              <a:rPr lang="de-DE" dirty="0"/>
              <a:t>25.06.2019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592B028-6529-8146-970A-2464E76D7A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8263" y="5296959"/>
            <a:ext cx="6087474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r>
              <a:rPr lang="de-DE" dirty="0"/>
              <a:t>Prof. Dr. Sebastian Mauser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B62E9BA-1C05-0843-B803-F332C78F23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58724" y="5296959"/>
            <a:ext cx="656626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</a:defRPr>
            </a:lvl1pPr>
          </a:lstStyle>
          <a:p>
            <a:fld id="{40FBDD77-1809-6B4A-B67E-246783C079C6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682055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5" r:id="rId2"/>
    <p:sldLayoutId id="2147483695" r:id="rId3"/>
    <p:sldLayoutId id="2147483694" r:id="rId4"/>
    <p:sldLayoutId id="2147483662" r:id="rId5"/>
    <p:sldLayoutId id="2147483705" r:id="rId6"/>
    <p:sldLayoutId id="2147483696" r:id="rId7"/>
    <p:sldLayoutId id="2147483676" r:id="rId8"/>
    <p:sldLayoutId id="2147483675" r:id="rId9"/>
    <p:sldLayoutId id="2147483665" r:id="rId10"/>
    <p:sldLayoutId id="2147483669" r:id="rId11"/>
    <p:sldLayoutId id="2147483697" r:id="rId12"/>
    <p:sldLayoutId id="2147483691" r:id="rId13"/>
    <p:sldLayoutId id="2147483698" r:id="rId14"/>
    <p:sldLayoutId id="2147483679" r:id="rId15"/>
    <p:sldLayoutId id="2147483699" r:id="rId16"/>
    <p:sldLayoutId id="2147483692" r:id="rId17"/>
    <p:sldLayoutId id="2147483693" r:id="rId18"/>
    <p:sldLayoutId id="2147483703" r:id="rId19"/>
    <p:sldLayoutId id="2147483661" r:id="rId20"/>
    <p:sldLayoutId id="2147483706" r:id="rId21"/>
  </p:sldLayoutIdLst>
  <p:transition spd="slow">
    <p:cover/>
  </p:transition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i="0" kern="1200" cap="none" baseline="0">
          <a:solidFill>
            <a:srgbClr val="6638B6"/>
          </a:solidFill>
          <a:latin typeface="Barlow Semi Condensed" pitchFamily="2" charset="77"/>
          <a:ea typeface="+mj-ea"/>
          <a:cs typeface="Arial Black" panose="020B0604020202020204" pitchFamily="34" charset="0"/>
        </a:defRPr>
      </a:lvl1pPr>
    </p:titleStyle>
    <p:bodyStyle>
      <a:lvl1pPr marL="144000" indent="-144000" algn="l" defTabSz="685800" rtl="0" eaLnBrk="1" latinLnBrk="0" hangingPunct="1">
        <a:lnSpc>
          <a:spcPct val="110000"/>
        </a:lnSpc>
        <a:spcBef>
          <a:spcPts val="750"/>
        </a:spcBef>
        <a:buFont typeface="Arial" panose="020B0604020202020204" pitchFamily="34" charset="0"/>
        <a:buChar char="•"/>
        <a:defRPr sz="1400" b="0" i="0" kern="1200" spc="10" baseline="0">
          <a:solidFill>
            <a:schemeClr val="tx1"/>
          </a:solidFill>
          <a:latin typeface="Barlow Semi Condensed" pitchFamily="2" charset="77"/>
          <a:ea typeface="+mn-ea"/>
          <a:cs typeface="Arial" panose="020B0604020202020204" pitchFamily="34" charset="0"/>
        </a:defRPr>
      </a:lvl1pPr>
      <a:lvl2pPr marL="288000" indent="-14400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1400" b="0" i="0" kern="1200" spc="10" baseline="0">
          <a:solidFill>
            <a:schemeClr val="tx1"/>
          </a:solidFill>
          <a:latin typeface="Barlow Semi Condensed" pitchFamily="2" charset="77"/>
          <a:ea typeface="+mn-ea"/>
          <a:cs typeface="Arial" panose="020B0604020202020204" pitchFamily="34" charset="0"/>
        </a:defRPr>
      </a:lvl2pPr>
      <a:lvl3pPr marL="432000" indent="-14400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1200" b="0" i="0" kern="1200" spc="10" baseline="0">
          <a:solidFill>
            <a:schemeClr val="tx1"/>
          </a:solidFill>
          <a:latin typeface="Barlow Semi Condensed" pitchFamily="2" charset="77"/>
          <a:ea typeface="+mn-ea"/>
          <a:cs typeface="Arial" panose="020B0604020202020204" pitchFamily="34" charset="0"/>
        </a:defRPr>
      </a:lvl3pPr>
      <a:lvl4pPr marL="576000" indent="-14400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1200" b="0" i="0" kern="1200" spc="10" baseline="0">
          <a:solidFill>
            <a:schemeClr val="tx1"/>
          </a:solidFill>
          <a:latin typeface="Barlow Semi Condensed" pitchFamily="2" charset="77"/>
          <a:ea typeface="+mn-ea"/>
          <a:cs typeface="Arial" panose="020B0604020202020204" pitchFamily="34" charset="0"/>
        </a:defRPr>
      </a:lvl4pPr>
      <a:lvl5pPr marL="720000" indent="-144000" algn="l" defTabSz="685800" rtl="0" eaLnBrk="1" latinLnBrk="0" hangingPunct="1">
        <a:lnSpc>
          <a:spcPct val="110000"/>
        </a:lnSpc>
        <a:spcBef>
          <a:spcPts val="375"/>
        </a:spcBef>
        <a:buFont typeface="Arial" panose="020B0604020202020204" pitchFamily="34" charset="0"/>
        <a:buChar char="•"/>
        <a:defRPr sz="1200" b="0" i="0" kern="1200" spc="10" baseline="0">
          <a:solidFill>
            <a:schemeClr val="tx1"/>
          </a:solidFill>
          <a:latin typeface="Barlow Semi Condensed" pitchFamily="2" charset="77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4F559A8-9DF6-B84A-AAE4-62AA799A08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2999" y="1460328"/>
            <a:ext cx="6858000" cy="845077"/>
          </a:xfrm>
        </p:spPr>
        <p:txBody>
          <a:bodyPr/>
          <a:lstStyle/>
          <a:p>
            <a:pPr algn="ctr"/>
            <a:r>
              <a:rPr lang="de-DE" dirty="0"/>
              <a:t>Bachelorarbeit:</a:t>
            </a:r>
          </a:p>
          <a:p>
            <a:pPr algn="ctr"/>
            <a:endParaRPr lang="de-DE" dirty="0"/>
          </a:p>
          <a:p>
            <a:pPr algn="ctr">
              <a:lnSpc>
                <a:spcPct val="100000"/>
              </a:lnSpc>
            </a:pPr>
            <a:r>
              <a:rPr lang="de-DE" b="1" dirty="0"/>
              <a:t> </a:t>
            </a:r>
            <a:r>
              <a:rPr lang="en-US" b="1" dirty="0"/>
              <a:t>Developing a Concept for Automated Testing</a:t>
            </a:r>
            <a:br>
              <a:rPr lang="en-US" dirty="0"/>
            </a:br>
            <a:r>
              <a:rPr lang="en-US" b="1" dirty="0"/>
              <a:t>of IPC Middleware</a:t>
            </a:r>
          </a:p>
          <a:p>
            <a:pPr algn="ctr">
              <a:lnSpc>
                <a:spcPct val="100000"/>
              </a:lnSpc>
            </a:pPr>
            <a:r>
              <a:rPr lang="en-US" b="1" dirty="0"/>
              <a:t> </a:t>
            </a:r>
            <a:r>
              <a:rPr lang="en-US" sz="1400" b="1" dirty="0"/>
              <a:t>– Demonstrated with </a:t>
            </a:r>
            <a:r>
              <a:rPr lang="en-US" sz="1400" b="1" dirty="0" err="1"/>
              <a:t>eCAL</a:t>
            </a:r>
            <a:r>
              <a:rPr lang="en-US" sz="1400" b="1" dirty="0"/>
              <a:t> -</a:t>
            </a:r>
            <a:endParaRPr lang="de-DE" sz="1400" dirty="0"/>
          </a:p>
          <a:p>
            <a:pPr algn="ctr">
              <a:lnSpc>
                <a:spcPct val="100000"/>
              </a:lnSpc>
            </a:pPr>
            <a:endParaRPr lang="de-DE" sz="1400" b="1" dirty="0"/>
          </a:p>
          <a:p>
            <a:pPr algn="ctr"/>
            <a:endParaRPr lang="en-US" b="1" cap="none" noProof="1">
              <a:latin typeface="Rockwell" panose="02060603020205020403" pitchFamily="18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8324F84-3A3E-43EE-AFA9-5BB83036FF95}"/>
              </a:ext>
            </a:extLst>
          </p:cNvPr>
          <p:cNvSpPr txBox="1">
            <a:spLocks/>
          </p:cNvSpPr>
          <p:nvPr/>
        </p:nvSpPr>
        <p:spPr>
          <a:xfrm>
            <a:off x="0" y="4974021"/>
            <a:ext cx="9144000" cy="53261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000" dirty="0">
                <a:solidFill>
                  <a:schemeClr val="accent3">
                    <a:lumMod val="90000"/>
                  </a:schemeClr>
                </a:solidFill>
              </a:rPr>
              <a:t>		</a:t>
            </a:r>
            <a:r>
              <a:rPr lang="de-DE" sz="1000" b="1" dirty="0">
                <a:solidFill>
                  <a:schemeClr val="accent3">
                    <a:lumMod val="90000"/>
                  </a:schemeClr>
                </a:solidFill>
              </a:rPr>
              <a:t>23.07.2025			Verfasser: </a:t>
            </a:r>
            <a:r>
              <a:rPr lang="en-US" sz="1000" b="1" dirty="0">
                <a:solidFill>
                  <a:schemeClr val="accent3">
                    <a:lumMod val="90000"/>
                  </a:schemeClr>
                </a:solidFill>
              </a:rPr>
              <a:t>Emircan Tutar		</a:t>
            </a:r>
            <a:r>
              <a:rPr lang="de-DE" sz="1000" b="1" dirty="0">
                <a:solidFill>
                  <a:schemeClr val="accent3">
                    <a:lumMod val="90000"/>
                  </a:schemeClr>
                </a:solidFill>
              </a:rPr>
              <a:t>	Betreuer: Prof. Dr. Marius Hofmeister		</a:t>
            </a:r>
            <a:endParaRPr lang="de-DE" b="1" dirty="0">
              <a:solidFill>
                <a:schemeClr val="accent3">
                  <a:lumMod val="90000"/>
                </a:schemeClr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B8DE4FD-A08C-4459-B7D1-85AB0F1A0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0028" y="208362"/>
            <a:ext cx="1054664" cy="208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621356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28560" y="308636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de-DE" sz="2400" b="1" strike="noStrike" spc="-1" dirty="0">
                <a:solidFill>
                  <a:srgbClr val="6638B6"/>
                </a:solidFill>
                <a:latin typeface="Barlow Semi Condensed"/>
              </a:rPr>
              <a:t>Gliederung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sldNum" idx="9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FC5E43E-C296-491C-B174-8DDF3D0310B1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2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28EE8F8-7FA3-4EED-B87C-832C09F7C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A3A3F1E-E6AE-4B7D-88C5-2E683637A261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2E56381-4915-4A59-92E4-F0AAA3AE4BE4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628560" y="1042526"/>
            <a:ext cx="4937755" cy="2918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AutoNum type="romanUcPeriod"/>
              <a:tabLst/>
            </a:pPr>
            <a:r>
              <a:rPr lang="de-DE" sz="1800" b="1" dirty="0">
                <a:latin typeface="+mn-lt"/>
              </a:rPr>
              <a:t> Einführung &amp; Motivation</a:t>
            </a:r>
          </a:p>
          <a:p>
            <a:pPr marL="400050" marR="0" lvl="0" indent="-4000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romanUcPeriod"/>
              <a:tabLst/>
            </a:pPr>
            <a:r>
              <a:rPr lang="de-DE" sz="1800" b="1" dirty="0">
                <a:latin typeface="+mn-lt"/>
              </a:rPr>
              <a:t>Grundlagen &amp; Herausforderungen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AutoNum type="romanUcPeriod"/>
              <a:tabLst/>
            </a:pPr>
            <a:r>
              <a:rPr lang="de-DE" sz="1800" b="1" dirty="0">
                <a:latin typeface="+mn-lt"/>
              </a:rPr>
              <a:t> Testanforderungen &amp; Tools</a:t>
            </a:r>
          </a:p>
          <a:p>
            <a:pPr marL="34290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romanUcPeriod"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Testkonzept &amp; Umsetzung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800" b="1" dirty="0">
                <a:latin typeface="+mn-lt"/>
              </a:rPr>
              <a:t>Testszenarien &amp; Ergebnisse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romanUcPeriod"/>
              <a:tabLst/>
            </a:pPr>
            <a:r>
              <a:rPr lang="de-DE" sz="1800" b="1" dirty="0">
                <a:latin typeface="+mn-lt"/>
              </a:rPr>
              <a:t>  Fazit &amp; Ausblick</a:t>
            </a:r>
            <a:endParaRPr kumimoji="0" lang="de-DE" altLang="de-D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28560" y="324280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dirty="0"/>
              <a:t>Motivation und Zielsetzung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3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CFD0243-A400-4E4A-BE4E-70C06BFA63AA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17A0E57-B997-43FD-92DC-F688807555D1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552450" y="1005452"/>
            <a:ext cx="7353300" cy="2245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de-DE" b="0" dirty="0">
                <a:effectLst/>
                <a:latin typeface="+mn-lt"/>
              </a:rPr>
              <a:t>Moderne Systeme bestehen aus verteilten Komponenten (Fahrzeuge, Robotik etc.)</a:t>
            </a:r>
          </a:p>
          <a:p>
            <a:r>
              <a:rPr lang="de-DE" b="0" dirty="0">
                <a:effectLst/>
                <a:latin typeface="+mn-lt"/>
              </a:rPr>
              <a:t>Middleware übernimmt Kommunikation</a:t>
            </a:r>
          </a:p>
          <a:p>
            <a:endParaRPr lang="de-DE" b="0" dirty="0">
              <a:effectLst/>
              <a:latin typeface="+mn-lt"/>
            </a:endParaRPr>
          </a:p>
          <a:p>
            <a:r>
              <a:rPr lang="de-DE" b="1" dirty="0">
                <a:effectLst/>
                <a:latin typeface="+mn-lt"/>
              </a:rPr>
              <a:t>Fehlerhafte Kommunikation </a:t>
            </a:r>
            <a:r>
              <a:rPr lang="de-DE" b="0" dirty="0">
                <a:effectLst/>
                <a:latin typeface="+mn-lt"/>
              </a:rPr>
              <a:t>→ </a:t>
            </a:r>
            <a:r>
              <a:rPr lang="de-DE" b="1" dirty="0">
                <a:effectLst/>
                <a:latin typeface="+mn-lt"/>
              </a:rPr>
              <a:t>potenziell gefährlich</a:t>
            </a:r>
          </a:p>
          <a:p>
            <a:endParaRPr lang="de-DE" b="0" dirty="0">
              <a:effectLst/>
              <a:latin typeface="+mn-lt"/>
            </a:endParaRPr>
          </a:p>
          <a:p>
            <a:pPr marL="144000" lvl="1" indent="0">
              <a:buNone/>
            </a:pPr>
            <a:r>
              <a:rPr lang="de-DE" b="1" dirty="0">
                <a:effectLst/>
                <a:latin typeface="+mn-lt"/>
                <a:sym typeface="Wingdings" panose="05000000000000000000" pitchFamily="2" charset="2"/>
              </a:rPr>
              <a:t> </a:t>
            </a:r>
            <a:r>
              <a:rPr lang="de-DE" b="1" dirty="0">
                <a:effectLst/>
                <a:latin typeface="+mn-lt"/>
              </a:rPr>
              <a:t>Ziel: Automatisierte und wiederverwendbare Middleware-Tests (Testkonzept)</a:t>
            </a:r>
          </a:p>
          <a:p>
            <a:pPr marL="144000" lvl="1" indent="0">
              <a:buNone/>
            </a:pPr>
            <a:r>
              <a:rPr lang="de-DE" b="0" dirty="0">
                <a:effectLst/>
                <a:latin typeface="+mn-lt"/>
                <a:sym typeface="Wingdings" panose="05000000000000000000" pitchFamily="2" charset="2"/>
              </a:rPr>
              <a:t> </a:t>
            </a:r>
            <a:r>
              <a:rPr lang="de-DE" b="0" dirty="0">
                <a:effectLst/>
                <a:latin typeface="+mn-lt"/>
              </a:rPr>
              <a:t>Demonstriert: Integrationstests für IPC Middleware --&gt; Beispiel </a:t>
            </a:r>
            <a:r>
              <a:rPr lang="de-DE" b="0" dirty="0" err="1">
                <a:effectLst/>
                <a:latin typeface="+mn-lt"/>
              </a:rPr>
              <a:t>eCAL</a:t>
            </a:r>
            <a:r>
              <a:rPr lang="de-DE" b="0" dirty="0">
                <a:effectLst/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1686737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4F559A8-9DF6-B84A-AAE4-62AA799A08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2999" y="1751994"/>
            <a:ext cx="6858000" cy="845077"/>
          </a:xfrm>
        </p:spPr>
        <p:txBody>
          <a:bodyPr/>
          <a:lstStyle/>
          <a:p>
            <a:pPr algn="ctr"/>
            <a:r>
              <a:rPr lang="de-DE" dirty="0"/>
              <a:t>Grundlagen</a:t>
            </a:r>
            <a:endParaRPr lang="en-US" b="1" cap="none" noProof="1">
              <a:latin typeface="Rockwell" panose="02060603020205020403" pitchFamily="18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9AC1A72-CBDB-4528-9B96-432288DB0B55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2440380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28560" y="308636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dirty="0"/>
              <a:t>Was ist IPC Middleware?</a:t>
            </a:r>
          </a:p>
        </p:txBody>
      </p:sp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5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CFD0243-A400-4E4A-BE4E-70C06BFA63AA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D7F91D-8E01-4016-B8F4-90DCD4AD95E7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481765" y="686123"/>
            <a:ext cx="8115093" cy="2846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de-DE" altLang="de-DE" dirty="0">
                <a:latin typeface="Arial" panose="020B0604020202020204" pitchFamily="34" charset="0"/>
              </a:rPr>
              <a:t>~  Inter-</a:t>
            </a:r>
            <a:r>
              <a:rPr lang="de-DE" altLang="de-DE" dirty="0" err="1">
                <a:latin typeface="Arial" panose="020B0604020202020204" pitchFamily="34" charset="0"/>
              </a:rPr>
              <a:t>Process</a:t>
            </a:r>
            <a:r>
              <a:rPr lang="de-DE" altLang="de-DE" dirty="0">
                <a:latin typeface="Arial" panose="020B0604020202020204" pitchFamily="34" charset="0"/>
              </a:rPr>
              <a:t> Communication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kumimoji="0" lang="de-DE" altLang="de-D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AutoNum type="arabicPeriod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Vermittelt Nachrichten zwischen Prozessen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AutoNum type="arabicPeriod"/>
              <a:tabLst/>
            </a:pPr>
            <a:endParaRPr kumimoji="0" lang="de-DE" altLang="de-D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AutoNum type="arabicPeriod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Beispiele: ROS, DDS,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eCAL</a:t>
            </a:r>
            <a:endParaRPr kumimoji="0" lang="de-DE" altLang="de-D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AutoNum type="arabicPeriod"/>
              <a:tabLst/>
            </a:pPr>
            <a:endParaRPr kumimoji="0" lang="de-DE" altLang="de-D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AutoNum type="arabicPeriod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Stellt Funktionen bereit wie: </a:t>
            </a:r>
          </a:p>
          <a:p>
            <a:pPr lvl="8" defTabSz="9144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Nachrichtentransport</a:t>
            </a:r>
          </a:p>
          <a:p>
            <a:pPr lvl="8" defTabSz="9144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Routing</a:t>
            </a:r>
          </a:p>
          <a:p>
            <a:pPr lvl="8" defTabSz="9144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Timing</a:t>
            </a:r>
          </a:p>
          <a:p>
            <a:pPr lvl="8" defTabSz="9144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Discovery</a:t>
            </a:r>
            <a:endParaRPr kumimoji="0" lang="de-DE" altLang="de-D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750147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28560" y="308636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dirty="0"/>
              <a:t>IPC Middleware - Beispiel: Fahrzeug</a:t>
            </a:r>
          </a:p>
        </p:txBody>
      </p:sp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6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CFD0243-A400-4E4A-BE4E-70C06BFA63AA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  <p:pic>
        <p:nvPicPr>
          <p:cNvPr id="2050" name="Picture 2" descr="PlantUML diagram">
            <a:extLst>
              <a:ext uri="{FF2B5EF4-FFF2-40B4-BE49-F238E27FC236}">
                <a16:creationId xmlns:a16="http://schemas.microsoft.com/office/drawing/2014/main" id="{D1973E58-69E8-4A4C-9822-898C6D27B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765" y="2188553"/>
            <a:ext cx="7819542" cy="255085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AD7F91D-8E01-4016-B8F4-90DCD4AD95E7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481765" y="737027"/>
            <a:ext cx="8115093" cy="1146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tauschen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Sensoren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 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Steuergeräte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ständig 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Daten aus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Fehler darin können zu 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Verzögerungen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Datenverlust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oder 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Systemausfällen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führen.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None/>
              <a:tabLst/>
            </a:pPr>
            <a:b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lang="de-DE" altLang="de-DE" b="1" dirty="0">
                <a:latin typeface="Arial" panose="020B0604020202020204" pitchFamily="34" charset="0"/>
              </a:rPr>
              <a:t>G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ezielte Middleware-Testung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entscheidend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29100" y="270000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b="1" dirty="0"/>
              <a:t>Was ist ECAL?</a:t>
            </a: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281699" y="834119"/>
            <a:ext cx="8233201" cy="44097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8000" lvl="2" indent="0">
              <a:buNone/>
            </a:pPr>
            <a:r>
              <a:rPr lang="de-DE" sz="1400" b="1" spc="4" dirty="0">
                <a:solidFill>
                  <a:srgbClr val="000000"/>
                </a:solidFill>
                <a:latin typeface="+mn-lt"/>
              </a:rPr>
              <a:t>~ </a:t>
            </a:r>
            <a:r>
              <a:rPr lang="de-DE" sz="1400" b="1" spc="4" dirty="0" err="1">
                <a:solidFill>
                  <a:srgbClr val="000000"/>
                </a:solidFill>
                <a:latin typeface="+mn-lt"/>
              </a:rPr>
              <a:t>enhanced</a:t>
            </a:r>
            <a:r>
              <a:rPr lang="de-DE" sz="1400" b="1" spc="4" dirty="0">
                <a:solidFill>
                  <a:srgbClr val="000000"/>
                </a:solidFill>
                <a:latin typeface="+mn-lt"/>
              </a:rPr>
              <a:t> Communication </a:t>
            </a:r>
            <a:r>
              <a:rPr lang="de-DE" sz="1400" b="1" spc="4" dirty="0" err="1">
                <a:solidFill>
                  <a:srgbClr val="000000"/>
                </a:solidFill>
                <a:latin typeface="+mn-lt"/>
              </a:rPr>
              <a:t>Abstraction</a:t>
            </a:r>
            <a:r>
              <a:rPr lang="de-DE" sz="1400" b="1" spc="4" dirty="0">
                <a:solidFill>
                  <a:srgbClr val="000000"/>
                </a:solidFill>
                <a:latin typeface="+mn-lt"/>
              </a:rPr>
              <a:t> Layer</a:t>
            </a:r>
          </a:p>
          <a:p>
            <a:pPr marL="288000" lvl="2" indent="0">
              <a:buNone/>
            </a:pPr>
            <a:r>
              <a:rPr lang="de-DE" sz="1400" b="1" spc="4" dirty="0">
                <a:solidFill>
                  <a:srgbClr val="000000"/>
                </a:solidFill>
                <a:latin typeface="+mn-lt"/>
              </a:rPr>
              <a:t>	</a:t>
            </a:r>
            <a:r>
              <a:rPr lang="de-DE" sz="1400" b="1" spc="4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</a:t>
            </a:r>
            <a:r>
              <a:rPr lang="de-DE" sz="1400" b="1" spc="4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sz="1400" spc="4" dirty="0">
                <a:solidFill>
                  <a:srgbClr val="000000"/>
                </a:solidFill>
                <a:latin typeface="+mn-lt"/>
              </a:rPr>
              <a:t>ist eine Middleware für die effiziente Kommunikation zwischen Prozessen (IPC)</a:t>
            </a:r>
          </a:p>
          <a:p>
            <a:pPr marL="288000" lvl="2" indent="0">
              <a:buNone/>
            </a:pPr>
            <a:endParaRPr lang="de-DE" sz="1400" spc="4" dirty="0">
              <a:solidFill>
                <a:srgbClr val="000000"/>
              </a:solidFill>
              <a:latin typeface="+mn-lt"/>
            </a:endParaRPr>
          </a:p>
          <a:p>
            <a:pPr marL="288000" lvl="2" indent="0">
              <a:buNone/>
            </a:pPr>
            <a:r>
              <a:rPr lang="de-DE" sz="1400" b="1" spc="4" dirty="0">
                <a:solidFill>
                  <a:srgbClr val="000000"/>
                </a:solidFill>
                <a:latin typeface="+mn-lt"/>
              </a:rPr>
              <a:t>Kommunikationsmodelle:</a:t>
            </a:r>
          </a:p>
          <a:p>
            <a:pPr lvl="3"/>
            <a:r>
              <a:rPr lang="de-DE" sz="1400" spc="4" dirty="0">
                <a:solidFill>
                  <a:srgbClr val="000000"/>
                </a:solidFill>
                <a:latin typeface="+mn-lt"/>
              </a:rPr>
              <a:t>Publish/</a:t>
            </a:r>
            <a:r>
              <a:rPr lang="de-DE" sz="1400" spc="4" dirty="0" err="1">
                <a:solidFill>
                  <a:srgbClr val="000000"/>
                </a:solidFill>
                <a:latin typeface="+mn-lt"/>
              </a:rPr>
              <a:t>Subscribe</a:t>
            </a:r>
            <a:endParaRPr lang="de-DE" sz="1400" spc="4" dirty="0">
              <a:solidFill>
                <a:srgbClr val="000000"/>
              </a:solidFill>
              <a:latin typeface="+mn-lt"/>
            </a:endParaRPr>
          </a:p>
          <a:p>
            <a:pPr lvl="3"/>
            <a:r>
              <a:rPr lang="de-DE" sz="1400" spc="4" dirty="0">
                <a:solidFill>
                  <a:srgbClr val="000000"/>
                </a:solidFill>
                <a:latin typeface="+mn-lt"/>
              </a:rPr>
              <a:t>RPC</a:t>
            </a:r>
          </a:p>
          <a:p>
            <a:pPr lvl="2"/>
            <a:endParaRPr lang="de-DE" sz="1400" spc="4" dirty="0">
              <a:solidFill>
                <a:srgbClr val="000000"/>
              </a:solidFill>
              <a:latin typeface="+mn-lt"/>
            </a:endParaRPr>
          </a:p>
          <a:p>
            <a:pPr marL="288000" lvl="2" indent="0">
              <a:buNone/>
            </a:pPr>
            <a:r>
              <a:rPr lang="de-DE" sz="1400" b="1" spc="4" dirty="0">
                <a:solidFill>
                  <a:srgbClr val="000000"/>
                </a:solidFill>
                <a:latin typeface="+mn-lt"/>
              </a:rPr>
              <a:t>Unterstützte Transportprotokolle:</a:t>
            </a:r>
          </a:p>
          <a:p>
            <a:pPr lvl="3"/>
            <a:r>
              <a:rPr lang="de-DE" sz="1400" spc="4" dirty="0" err="1">
                <a:solidFill>
                  <a:srgbClr val="000000"/>
                </a:solidFill>
                <a:latin typeface="+mn-lt"/>
              </a:rPr>
              <a:t>Shared</a:t>
            </a:r>
            <a:r>
              <a:rPr lang="de-DE" sz="1400" spc="4" dirty="0">
                <a:solidFill>
                  <a:srgbClr val="000000"/>
                </a:solidFill>
                <a:latin typeface="+mn-lt"/>
              </a:rPr>
              <a:t> Memory (SHM)</a:t>
            </a:r>
          </a:p>
          <a:p>
            <a:pPr lvl="3"/>
            <a:r>
              <a:rPr lang="de-DE" sz="1400" spc="4" dirty="0">
                <a:solidFill>
                  <a:srgbClr val="000000"/>
                </a:solidFill>
                <a:latin typeface="+mn-lt"/>
              </a:rPr>
              <a:t>UDP Multicast </a:t>
            </a:r>
          </a:p>
          <a:p>
            <a:pPr lvl="3"/>
            <a:r>
              <a:rPr lang="de-DE" sz="1400" spc="4" dirty="0">
                <a:solidFill>
                  <a:srgbClr val="000000"/>
                </a:solidFill>
                <a:latin typeface="+mn-lt"/>
              </a:rPr>
              <a:t>TCP</a:t>
            </a:r>
            <a:endParaRPr lang="de-DE" spc="4" dirty="0">
              <a:solidFill>
                <a:srgbClr val="000000"/>
              </a:solidFill>
              <a:latin typeface="Barlow Semi Condensed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7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6DFE114-73A0-4940-84D9-946322BF0FAB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  <p:pic>
        <p:nvPicPr>
          <p:cNvPr id="7" name="Picture 10" descr="eclipse-ecal/ecal: eCAL - enhanced Communication Abstraction Layer. A high  performance publish-subscribe, client-server cross-plattform middleware. -  GitHub">
            <a:extLst>
              <a:ext uri="{FF2B5EF4-FFF2-40B4-BE49-F238E27FC236}">
                <a16:creationId xmlns:a16="http://schemas.microsoft.com/office/drawing/2014/main" id="{6DBDEA03-28B1-4690-AE2D-00FA90456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8698" y="2232677"/>
            <a:ext cx="1249646" cy="1249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798273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28560" y="270000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b="1" dirty="0"/>
              <a:t>ECAL- </a:t>
            </a:r>
            <a:r>
              <a:rPr lang="de-DE" sz="2400" dirty="0"/>
              <a:t>Publisher-Subscriber</a:t>
            </a:r>
            <a:endParaRPr lang="de-DE" b="1" dirty="0"/>
          </a:p>
        </p:txBody>
      </p:sp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8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6DFE114-73A0-4940-84D9-946322BF0FAB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443BF13-C1BD-4A48-9E60-9F7E9097A139}"/>
              </a:ext>
            </a:extLst>
          </p:cNvPr>
          <p:cNvSpPr txBox="1"/>
          <p:nvPr/>
        </p:nvSpPr>
        <p:spPr>
          <a:xfrm>
            <a:off x="784954" y="2863949"/>
            <a:ext cx="1620000" cy="360000"/>
          </a:xfrm>
          <a:prstGeom prst="rect">
            <a:avLst/>
          </a:prstGeom>
          <a:solidFill>
            <a:srgbClr val="F0F0F0"/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de-DE" dirty="0">
                <a:latin typeface="Barlow Semi Condensed" pitchFamily="2" charset="77"/>
              </a:rPr>
              <a:t>Publisher Prozess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F05CC68-5B07-4326-A3D5-E9ACDEB34858}"/>
              </a:ext>
            </a:extLst>
          </p:cNvPr>
          <p:cNvSpPr txBox="1"/>
          <p:nvPr/>
        </p:nvSpPr>
        <p:spPr>
          <a:xfrm>
            <a:off x="3960737" y="2109497"/>
            <a:ext cx="1692000" cy="468000"/>
          </a:xfrm>
          <a:prstGeom prst="rect">
            <a:avLst/>
          </a:prstGeom>
          <a:solidFill>
            <a:srgbClr val="F0F0F0"/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algn="ctr"/>
            <a:r>
              <a:rPr lang="de-DE" dirty="0" err="1">
                <a:latin typeface="Barlow Semi Condensed" pitchFamily="2" charset="77"/>
              </a:rPr>
              <a:t>Shared</a:t>
            </a:r>
            <a:r>
              <a:rPr lang="de-DE" dirty="0">
                <a:latin typeface="Barlow Semi Condensed" pitchFamily="2" charset="77"/>
              </a:rPr>
              <a:t> Memory</a:t>
            </a:r>
          </a:p>
          <a:p>
            <a:pPr algn="ctr"/>
            <a:r>
              <a:rPr lang="de-DE" dirty="0">
                <a:latin typeface="Barlow Semi Condensed" pitchFamily="2" charset="77"/>
              </a:rPr>
              <a:t>(Lokal)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4A75251-E003-47E2-8A7E-28DBA1EDD48B}"/>
              </a:ext>
            </a:extLst>
          </p:cNvPr>
          <p:cNvSpPr txBox="1"/>
          <p:nvPr/>
        </p:nvSpPr>
        <p:spPr>
          <a:xfrm>
            <a:off x="3960737" y="3468323"/>
            <a:ext cx="1692000" cy="468204"/>
          </a:xfrm>
          <a:prstGeom prst="rect">
            <a:avLst/>
          </a:prstGeom>
          <a:solidFill>
            <a:srgbClr val="F0F0F0"/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algn="ctr"/>
            <a:r>
              <a:rPr lang="de-DE" dirty="0">
                <a:latin typeface="Barlow Semi Condensed" pitchFamily="2" charset="77"/>
              </a:rPr>
              <a:t>TCP</a:t>
            </a:r>
          </a:p>
          <a:p>
            <a:pPr algn="ctr"/>
            <a:r>
              <a:rPr lang="de-DE" dirty="0">
                <a:latin typeface="Barlow Semi Condensed" pitchFamily="2" charset="77"/>
              </a:rPr>
              <a:t>(Netzwerk/Lokal)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FCA6851-7732-4059-A26F-0393218655E9}"/>
              </a:ext>
            </a:extLst>
          </p:cNvPr>
          <p:cNvSpPr txBox="1"/>
          <p:nvPr/>
        </p:nvSpPr>
        <p:spPr>
          <a:xfrm>
            <a:off x="3960737" y="2774537"/>
            <a:ext cx="1692000" cy="504000"/>
          </a:xfrm>
          <a:prstGeom prst="rect">
            <a:avLst/>
          </a:prstGeom>
          <a:solidFill>
            <a:srgbClr val="F0F0F0"/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algn="ctr"/>
            <a:r>
              <a:rPr lang="de-DE" dirty="0">
                <a:latin typeface="Barlow Semi Condensed" pitchFamily="2" charset="77"/>
              </a:rPr>
              <a:t>UDP Multicast</a:t>
            </a:r>
          </a:p>
          <a:p>
            <a:pPr algn="ctr"/>
            <a:r>
              <a:rPr lang="de-DE" dirty="0">
                <a:latin typeface="Barlow Semi Condensed" pitchFamily="2" charset="77"/>
              </a:rPr>
              <a:t>(Netzwerk/Lokal)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0F060F0-729B-4858-B1F8-56AEF8264CDB}"/>
              </a:ext>
            </a:extLst>
          </p:cNvPr>
          <p:cNvSpPr txBox="1"/>
          <p:nvPr/>
        </p:nvSpPr>
        <p:spPr>
          <a:xfrm>
            <a:off x="6534557" y="2855243"/>
            <a:ext cx="1620000" cy="360000"/>
          </a:xfrm>
          <a:prstGeom prst="rect">
            <a:avLst/>
          </a:prstGeom>
          <a:solidFill>
            <a:srgbClr val="F0F0F0"/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de-DE" dirty="0">
                <a:latin typeface="Barlow Semi Condensed" pitchFamily="2" charset="77"/>
              </a:rPr>
              <a:t>Subscriber Prozess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74C79B15-2A0A-4028-AAEA-33B1E7BD5A33}"/>
              </a:ext>
            </a:extLst>
          </p:cNvPr>
          <p:cNvCxnSpPr>
            <a:stCxn id="3" idx="3"/>
            <a:endCxn id="11" idx="1"/>
          </p:cNvCxnSpPr>
          <p:nvPr/>
        </p:nvCxnSpPr>
        <p:spPr>
          <a:xfrm flipV="1">
            <a:off x="2404954" y="2343497"/>
            <a:ext cx="1555783" cy="700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B8EB1B05-BE49-44BC-A977-383030367E89}"/>
              </a:ext>
            </a:extLst>
          </p:cNvPr>
          <p:cNvCxnSpPr>
            <a:cxnSpLocks/>
            <a:stCxn id="3" idx="3"/>
            <a:endCxn id="13" idx="1"/>
          </p:cNvCxnSpPr>
          <p:nvPr/>
        </p:nvCxnSpPr>
        <p:spPr>
          <a:xfrm flipV="1">
            <a:off x="2404954" y="3026537"/>
            <a:ext cx="1555783" cy="17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2A5DD0C8-73ED-48BE-BBB1-53BB2BC212B5}"/>
              </a:ext>
            </a:extLst>
          </p:cNvPr>
          <p:cNvCxnSpPr>
            <a:cxnSpLocks/>
            <a:stCxn id="3" idx="3"/>
            <a:endCxn id="12" idx="1"/>
          </p:cNvCxnSpPr>
          <p:nvPr/>
        </p:nvCxnSpPr>
        <p:spPr>
          <a:xfrm>
            <a:off x="2404954" y="3043949"/>
            <a:ext cx="1555783" cy="658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F94E6F5E-E780-4749-A486-BAFC17E36F2B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5652737" y="3026537"/>
            <a:ext cx="881820" cy="8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94038518-DD94-4272-B7D0-930F183E6106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5652737" y="3215243"/>
            <a:ext cx="881820" cy="487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8F3958C0-A3A1-49BA-8A7A-B1196C591FC2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5652737" y="2343497"/>
            <a:ext cx="881820" cy="520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Sprechblase: rechteckig mit abgerundeten Ecken 40">
            <a:extLst>
              <a:ext uri="{FF2B5EF4-FFF2-40B4-BE49-F238E27FC236}">
                <a16:creationId xmlns:a16="http://schemas.microsoft.com/office/drawing/2014/main" id="{F1F4A9EC-772B-4BEE-AB88-70FC8AA72031}"/>
              </a:ext>
            </a:extLst>
          </p:cNvPr>
          <p:cNvSpPr/>
          <p:nvPr/>
        </p:nvSpPr>
        <p:spPr>
          <a:xfrm rot="20503055">
            <a:off x="2307630" y="2186506"/>
            <a:ext cx="1128355" cy="417220"/>
          </a:xfrm>
          <a:prstGeom prst="wedgeRoundRectCallout">
            <a:avLst>
              <a:gd name="adj1" fmla="val -17655"/>
              <a:gd name="adj2" fmla="val 98611"/>
              <a:gd name="adj3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65FC749A-651F-48E8-B955-C63E5F689B4C}"/>
              </a:ext>
            </a:extLst>
          </p:cNvPr>
          <p:cNvSpPr txBox="1"/>
          <p:nvPr/>
        </p:nvSpPr>
        <p:spPr>
          <a:xfrm rot="20531610">
            <a:off x="2437292" y="2235176"/>
            <a:ext cx="883920" cy="33515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l"/>
            <a:r>
              <a:rPr lang="de-DE" dirty="0">
                <a:latin typeface="Barlow Semi Condensed" pitchFamily="2" charset="77"/>
              </a:rPr>
              <a:t>Topic: /</a:t>
            </a:r>
            <a:r>
              <a:rPr lang="de-DE" dirty="0" err="1">
                <a:latin typeface="Barlow Semi Condensed" pitchFamily="2" charset="77"/>
              </a:rPr>
              <a:t>data</a:t>
            </a:r>
            <a:endParaRPr lang="de-DE" dirty="0">
              <a:latin typeface="Barlow Semi Condensed" pitchFamily="2" charset="77"/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7A1B0D5B-E30F-44CF-9541-3097388A2BD0}"/>
              </a:ext>
            </a:extLst>
          </p:cNvPr>
          <p:cNvSpPr txBox="1"/>
          <p:nvPr/>
        </p:nvSpPr>
        <p:spPr>
          <a:xfrm>
            <a:off x="3718680" y="1385597"/>
            <a:ext cx="2194439" cy="286839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algn="ctr"/>
            <a:endParaRPr lang="de-DE" b="1" dirty="0"/>
          </a:p>
          <a:p>
            <a:pPr algn="ctr"/>
            <a:r>
              <a:rPr lang="de-DE" b="1" dirty="0"/>
              <a:t>Transport Layer</a:t>
            </a:r>
          </a:p>
        </p:txBody>
      </p:sp>
      <p:sp>
        <p:nvSpPr>
          <p:cNvPr id="20" name="Sprechblase: rechteckig mit abgerundeten Ecken 19">
            <a:extLst>
              <a:ext uri="{FF2B5EF4-FFF2-40B4-BE49-F238E27FC236}">
                <a16:creationId xmlns:a16="http://schemas.microsoft.com/office/drawing/2014/main" id="{49B76D1B-1E4D-4FEA-849A-E0F25580BF08}"/>
              </a:ext>
            </a:extLst>
          </p:cNvPr>
          <p:cNvSpPr/>
          <p:nvPr/>
        </p:nvSpPr>
        <p:spPr>
          <a:xfrm rot="691620">
            <a:off x="6097815" y="2185020"/>
            <a:ext cx="1128355" cy="417220"/>
          </a:xfrm>
          <a:prstGeom prst="wedgeRoundRectCallout">
            <a:avLst>
              <a:gd name="adj1" fmla="val -17655"/>
              <a:gd name="adj2" fmla="val 98611"/>
              <a:gd name="adj3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9E922AC4-DF96-4542-BB59-A43178245D84}"/>
              </a:ext>
            </a:extLst>
          </p:cNvPr>
          <p:cNvSpPr txBox="1"/>
          <p:nvPr/>
        </p:nvSpPr>
        <p:spPr>
          <a:xfrm rot="720175">
            <a:off x="6227477" y="2233690"/>
            <a:ext cx="883920" cy="33515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l"/>
            <a:r>
              <a:rPr lang="de-DE" dirty="0">
                <a:latin typeface="Barlow Semi Condensed" pitchFamily="2" charset="77"/>
              </a:rPr>
              <a:t>Topic: /</a:t>
            </a:r>
            <a:r>
              <a:rPr lang="de-DE" dirty="0" err="1">
                <a:latin typeface="Barlow Semi Condensed" pitchFamily="2" charset="77"/>
              </a:rPr>
              <a:t>data</a:t>
            </a:r>
            <a:endParaRPr lang="de-DE" dirty="0">
              <a:latin typeface="Barlow Semi Condense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2233045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2" grpId="0" animBg="1"/>
      <p:bldP spid="13" grpId="0" animBg="1"/>
      <p:bldP spid="14" grpId="0" animBg="1"/>
      <p:bldP spid="41" grpId="0" animBg="1"/>
      <p:bldP spid="42" grpId="0"/>
      <p:bldP spid="43" grpId="0" animBg="1"/>
      <p:bldP spid="20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29100" y="270000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b="1" dirty="0"/>
              <a:t>ECAL</a:t>
            </a:r>
            <a:r>
              <a:rPr lang="de-DE" dirty="0"/>
              <a:t> - </a:t>
            </a:r>
            <a:r>
              <a:rPr lang="de-DE" sz="2400" dirty="0"/>
              <a:t>Remote </a:t>
            </a:r>
            <a:r>
              <a:rPr lang="de-DE" sz="2400" dirty="0" err="1"/>
              <a:t>Procedure</a:t>
            </a:r>
            <a:r>
              <a:rPr lang="de-DE" sz="2400" dirty="0"/>
              <a:t> Call (RPC)</a:t>
            </a:r>
            <a:br>
              <a:rPr lang="de-DE" sz="2400" dirty="0"/>
            </a:br>
            <a:endParaRPr lang="de-DE" b="1" dirty="0"/>
          </a:p>
        </p:txBody>
      </p:sp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9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6DFE114-73A0-4940-84D9-946322BF0FAB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AF52408-FAAA-471B-8ED3-C29F23C11B84}"/>
              </a:ext>
            </a:extLst>
          </p:cNvPr>
          <p:cNvSpPr txBox="1"/>
          <p:nvPr/>
        </p:nvSpPr>
        <p:spPr>
          <a:xfrm>
            <a:off x="733097" y="2595516"/>
            <a:ext cx="1620000" cy="360000"/>
          </a:xfrm>
          <a:prstGeom prst="rect">
            <a:avLst/>
          </a:prstGeom>
          <a:solidFill>
            <a:srgbClr val="F0F0F0"/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de-DE" dirty="0">
                <a:latin typeface="Barlow Semi Condensed" pitchFamily="2" charset="77"/>
              </a:rPr>
              <a:t>RPC Client Prozess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6CDF51F-3F48-4A2E-84F0-EA89DDB3B7CE}"/>
              </a:ext>
            </a:extLst>
          </p:cNvPr>
          <p:cNvSpPr txBox="1"/>
          <p:nvPr/>
        </p:nvSpPr>
        <p:spPr>
          <a:xfrm>
            <a:off x="3611700" y="2479709"/>
            <a:ext cx="1692000" cy="685889"/>
          </a:xfrm>
          <a:prstGeom prst="rect">
            <a:avLst/>
          </a:prstGeom>
          <a:solidFill>
            <a:srgbClr val="F0F0F0"/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algn="ctr"/>
            <a:r>
              <a:rPr lang="de-DE" dirty="0">
                <a:latin typeface="Barlow Semi Condensed" pitchFamily="2" charset="77"/>
              </a:rPr>
              <a:t>TCP</a:t>
            </a:r>
          </a:p>
          <a:p>
            <a:pPr algn="ctr"/>
            <a:r>
              <a:rPr lang="de-DE" dirty="0">
                <a:latin typeface="Barlow Semi Condensed" pitchFamily="2" charset="77"/>
              </a:rPr>
              <a:t>(Request/Response)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6923A50-F694-42E4-A01F-203A846854F9}"/>
              </a:ext>
            </a:extLst>
          </p:cNvPr>
          <p:cNvSpPr txBox="1"/>
          <p:nvPr/>
        </p:nvSpPr>
        <p:spPr>
          <a:xfrm>
            <a:off x="6566520" y="2602050"/>
            <a:ext cx="1620000" cy="360000"/>
          </a:xfrm>
          <a:prstGeom prst="rect">
            <a:avLst/>
          </a:prstGeom>
          <a:solidFill>
            <a:srgbClr val="F0F0F0"/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de-DE" dirty="0">
                <a:latin typeface="Barlow Semi Condensed" pitchFamily="2" charset="77"/>
              </a:rPr>
              <a:t>RPC Server Prozess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8BD02A30-D726-4332-8D2B-1443C478CC60}"/>
              </a:ext>
            </a:extLst>
          </p:cNvPr>
          <p:cNvCxnSpPr>
            <a:cxnSpLocks/>
          </p:cNvCxnSpPr>
          <p:nvPr/>
        </p:nvCxnSpPr>
        <p:spPr>
          <a:xfrm flipV="1">
            <a:off x="2353097" y="2681904"/>
            <a:ext cx="1258603" cy="2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CB5E1CD3-378B-46DA-9C12-5E8E432BEE44}"/>
              </a:ext>
            </a:extLst>
          </p:cNvPr>
          <p:cNvCxnSpPr>
            <a:cxnSpLocks/>
          </p:cNvCxnSpPr>
          <p:nvPr/>
        </p:nvCxnSpPr>
        <p:spPr>
          <a:xfrm flipH="1">
            <a:off x="2353097" y="2864784"/>
            <a:ext cx="1258603" cy="2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D41368B0-DAE4-4805-8C8B-A3BB89F21B51}"/>
              </a:ext>
            </a:extLst>
          </p:cNvPr>
          <p:cNvCxnSpPr>
            <a:cxnSpLocks/>
          </p:cNvCxnSpPr>
          <p:nvPr/>
        </p:nvCxnSpPr>
        <p:spPr>
          <a:xfrm>
            <a:off x="5311320" y="2683325"/>
            <a:ext cx="1260000" cy="8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11BA9711-1A72-42AE-B963-9AB43E093010}"/>
              </a:ext>
            </a:extLst>
          </p:cNvPr>
          <p:cNvCxnSpPr>
            <a:cxnSpLocks/>
          </p:cNvCxnSpPr>
          <p:nvPr/>
        </p:nvCxnSpPr>
        <p:spPr>
          <a:xfrm flipH="1" flipV="1">
            <a:off x="5303700" y="2876025"/>
            <a:ext cx="1260000" cy="8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prechblase: rechteckig mit abgerundeten Ecken 21">
            <a:extLst>
              <a:ext uri="{FF2B5EF4-FFF2-40B4-BE49-F238E27FC236}">
                <a16:creationId xmlns:a16="http://schemas.microsoft.com/office/drawing/2014/main" id="{74BB1746-081D-403F-B01B-7C3203F226FB}"/>
              </a:ext>
            </a:extLst>
          </p:cNvPr>
          <p:cNvSpPr/>
          <p:nvPr/>
        </p:nvSpPr>
        <p:spPr>
          <a:xfrm rot="21064891">
            <a:off x="1056309" y="1877311"/>
            <a:ext cx="1236496" cy="518871"/>
          </a:xfrm>
          <a:prstGeom prst="wedgeRoundRectCallout">
            <a:avLst>
              <a:gd name="adj1" fmla="val -18707"/>
              <a:gd name="adj2" fmla="val 78217"/>
              <a:gd name="adj3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E9F37042-219C-4890-81CE-58C277F4591C}"/>
              </a:ext>
            </a:extLst>
          </p:cNvPr>
          <p:cNvSpPr txBox="1"/>
          <p:nvPr/>
        </p:nvSpPr>
        <p:spPr>
          <a:xfrm rot="21008890">
            <a:off x="1133934" y="1931676"/>
            <a:ext cx="1166610" cy="39283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 fontScale="92500" lnSpcReduction="10000"/>
          </a:bodyPr>
          <a:lstStyle/>
          <a:p>
            <a:pPr algn="l"/>
            <a:r>
              <a:rPr lang="de-DE" dirty="0">
                <a:latin typeface="Barlow Semi Condensed" pitchFamily="2" charset="77"/>
              </a:rPr>
              <a:t>Service-Name &amp; Methods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970EB88F-7398-469B-9A94-5C7CC3C7123B}"/>
              </a:ext>
            </a:extLst>
          </p:cNvPr>
          <p:cNvSpPr txBox="1"/>
          <p:nvPr/>
        </p:nvSpPr>
        <p:spPr>
          <a:xfrm>
            <a:off x="2657897" y="2496442"/>
            <a:ext cx="1260000" cy="29384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ctr"/>
            <a:r>
              <a:rPr lang="de-DE" b="1" dirty="0">
                <a:latin typeface="Barlow Semi Condensed" pitchFamily="2" charset="77"/>
              </a:rPr>
              <a:t>PING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485EA6FC-9798-44B8-962A-D868392CC752}"/>
              </a:ext>
            </a:extLst>
          </p:cNvPr>
          <p:cNvSpPr txBox="1"/>
          <p:nvPr/>
        </p:nvSpPr>
        <p:spPr>
          <a:xfrm>
            <a:off x="2058643" y="2846678"/>
            <a:ext cx="1260000" cy="29384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ctr"/>
            <a:r>
              <a:rPr lang="de-DE" b="1" dirty="0">
                <a:latin typeface="Barlow Semi Condensed" pitchFamily="2" charset="77"/>
              </a:rPr>
              <a:t>PONG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7C1CAA8F-731D-45DE-AAC4-ED2F99B1B46A}"/>
              </a:ext>
            </a:extLst>
          </p:cNvPr>
          <p:cNvSpPr txBox="1"/>
          <p:nvPr/>
        </p:nvSpPr>
        <p:spPr>
          <a:xfrm>
            <a:off x="5058463" y="2871752"/>
            <a:ext cx="1260000" cy="29384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ctr"/>
            <a:r>
              <a:rPr lang="de-DE" b="1" dirty="0">
                <a:latin typeface="Barlow Semi Condensed" pitchFamily="2" charset="77"/>
              </a:rPr>
              <a:t>PONG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14A2C8D5-8EFC-48A8-A08C-920A73BEAB67}"/>
              </a:ext>
            </a:extLst>
          </p:cNvPr>
          <p:cNvSpPr txBox="1"/>
          <p:nvPr/>
        </p:nvSpPr>
        <p:spPr>
          <a:xfrm>
            <a:off x="5637317" y="2479710"/>
            <a:ext cx="1260000" cy="29384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ctr"/>
            <a:r>
              <a:rPr lang="de-DE" b="1" dirty="0">
                <a:latin typeface="Barlow Semi Condensed" pitchFamily="2" charset="77"/>
              </a:rPr>
              <a:t>PING</a:t>
            </a:r>
          </a:p>
        </p:txBody>
      </p:sp>
    </p:spTree>
    <p:extLst>
      <p:ext uri="{BB962C8B-B14F-4D97-AF65-F5344CB8AC3E}">
        <p14:creationId xmlns:p14="http://schemas.microsoft.com/office/powerpoint/2010/main" val="151116982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  <p:bldP spid="22" grpId="0" animBg="1"/>
      <p:bldP spid="23" grpId="0"/>
      <p:bldP spid="35" grpId="0"/>
      <p:bldP spid="38" grpId="0"/>
      <p:bldP spid="39" grpId="0"/>
      <p:bldP spid="4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29100" y="270000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b="1" dirty="0"/>
              <a:t>Testgrundlagen</a:t>
            </a:r>
          </a:p>
        </p:txBody>
      </p:sp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10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6DFE114-73A0-4940-84D9-946322BF0FAB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8E36DB9-CA41-4B97-AC75-C0B8258DF848}"/>
              </a:ext>
            </a:extLst>
          </p:cNvPr>
          <p:cNvSpPr txBox="1"/>
          <p:nvPr/>
        </p:nvSpPr>
        <p:spPr>
          <a:xfrm>
            <a:off x="629100" y="908389"/>
            <a:ext cx="6677135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1. Unit-Tests</a:t>
            </a:r>
          </a:p>
          <a:p>
            <a:r>
              <a:rPr lang="de-DE" dirty="0">
                <a:sym typeface="Wingdings" panose="05000000000000000000" pitchFamily="2" charset="2"/>
              </a:rPr>
              <a:t>	</a:t>
            </a:r>
            <a:r>
              <a:rPr lang="de-DE" dirty="0"/>
              <a:t> Testen </a:t>
            </a:r>
            <a:r>
              <a:rPr lang="de-DE" b="1" dirty="0"/>
              <a:t>einzelne Funktionen oder Klassen isoliert</a:t>
            </a:r>
          </a:p>
          <a:p>
            <a:endParaRPr lang="de-DE" dirty="0"/>
          </a:p>
          <a:p>
            <a:r>
              <a:rPr lang="de-DE" b="1" dirty="0"/>
              <a:t>2. Integrationstests</a:t>
            </a:r>
          </a:p>
          <a:p>
            <a:pPr lvl="1"/>
            <a:r>
              <a:rPr lang="de-DE" dirty="0">
                <a:sym typeface="Wingdings" panose="05000000000000000000" pitchFamily="2" charset="2"/>
              </a:rPr>
              <a:t>	 </a:t>
            </a:r>
            <a:r>
              <a:rPr lang="de-DE" dirty="0"/>
              <a:t>Prüfen </a:t>
            </a:r>
            <a:r>
              <a:rPr lang="de-DE" b="1" dirty="0"/>
              <a:t>Zusammenspiel mehrerer Komponenten</a:t>
            </a:r>
          </a:p>
          <a:p>
            <a:endParaRPr lang="de-DE" b="1" dirty="0"/>
          </a:p>
          <a:p>
            <a:r>
              <a:rPr lang="de-DE" b="1" dirty="0"/>
              <a:t>3. Systemtests</a:t>
            </a:r>
          </a:p>
          <a:p>
            <a:r>
              <a:rPr lang="de-DE" dirty="0">
                <a:sym typeface="Wingdings" panose="05000000000000000000" pitchFamily="2" charset="2"/>
              </a:rPr>
              <a:t>	</a:t>
            </a:r>
            <a:r>
              <a:rPr lang="de-DE" dirty="0"/>
              <a:t> Testen das </a:t>
            </a:r>
            <a:r>
              <a:rPr lang="de-DE" b="1" dirty="0"/>
              <a:t>Gesamtsystem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22015937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29100" y="270000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b="1" dirty="0"/>
              <a:t>Testgrundlagen im IPC-Kontext</a:t>
            </a:r>
            <a:br>
              <a:rPr lang="de-DE" b="1" dirty="0"/>
            </a:br>
            <a:endParaRPr lang="de-DE" b="1" dirty="0"/>
          </a:p>
        </p:txBody>
      </p:sp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11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6DFE114-73A0-4940-84D9-946322BF0FAB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8E36DB9-CA41-4B97-AC75-C0B8258DF848}"/>
              </a:ext>
            </a:extLst>
          </p:cNvPr>
          <p:cNvSpPr txBox="1"/>
          <p:nvPr/>
        </p:nvSpPr>
        <p:spPr>
          <a:xfrm>
            <a:off x="629100" y="908389"/>
            <a:ext cx="7229700" cy="2740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IPC-Systemen Integrationstest = </a:t>
            </a:r>
            <a:r>
              <a:rPr kumimoji="0" lang="de-DE" alt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Mini-Systemtest</a:t>
            </a:r>
            <a:endParaRPr lang="de-DE" altLang="de-DE" sz="1600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de-DE" altLang="de-D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Die </a:t>
            </a:r>
            <a:r>
              <a:rPr kumimoji="0" lang="de-DE" alt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Unterscheidung liegt im Ziel des Tests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de-DE" altLang="de-D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056132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de-DE" alt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Zusammenspiel (Integration)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 </a:t>
            </a:r>
          </a:p>
          <a:p>
            <a:pPr marL="1712214" lvl="4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Bsp. Korrekte Datenübertragung (</a:t>
            </a:r>
            <a:r>
              <a:rPr lang="de-DE" sz="1400" dirty="0"/>
              <a:t>Publisher - Subscriber)</a:t>
            </a:r>
            <a:endParaRPr kumimoji="0" lang="de-DE" altLang="de-D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2214" lvl="4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de-DE" altLang="de-D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056132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de-DE" alt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Oder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Verhalten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 </a:t>
            </a:r>
            <a:r>
              <a:rPr kumimoji="0" lang="de-DE" alt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Gesamtsystems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1712214" lvl="4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Bsp. Prozessstart/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stopps</a:t>
            </a:r>
            <a:endParaRPr kumimoji="0" lang="de-DE" altLang="de-D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32963416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23875" y="245136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b="1" dirty="0"/>
              <a:t>Wissenschaftliche Leitfragen</a:t>
            </a:r>
            <a:endParaRPr lang="de-DE" dirty="0"/>
          </a:p>
        </p:txBody>
      </p:sp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12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BF95BCE7-DAE8-42C5-8C28-BFE60F4FBDB3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7552270-86C9-47D8-93BB-D936FDB384A3}"/>
              </a:ext>
            </a:extLst>
          </p:cNvPr>
          <p:cNvSpPr txBox="1"/>
          <p:nvPr/>
        </p:nvSpPr>
        <p:spPr>
          <a:xfrm>
            <a:off x="473075" y="981425"/>
            <a:ext cx="8096250" cy="246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de-DE" b="0" dirty="0">
                <a:effectLst/>
              </a:rPr>
              <a:t>Welche Anforderungen stellen IPC-Middleware-Systeme an Integrationstests?</a:t>
            </a:r>
          </a:p>
          <a:p>
            <a:pPr marL="342900" indent="-342900">
              <a:buAutoNum type="arabicPeriod"/>
            </a:pPr>
            <a:endParaRPr lang="de-DE" dirty="0"/>
          </a:p>
          <a:p>
            <a:pPr marL="342900" indent="-342900">
              <a:buAutoNum type="arabicPeriod"/>
            </a:pPr>
            <a:endParaRPr lang="de-DE" dirty="0"/>
          </a:p>
          <a:p>
            <a:pPr marL="342900" indent="-342900">
              <a:buFontTx/>
              <a:buAutoNum type="arabicPeriod"/>
            </a:pPr>
            <a:r>
              <a:rPr lang="de-DE" dirty="0"/>
              <a:t>Wie kann ein passendes Testkonzept für verteilte IPC-Systeme aussehen?</a:t>
            </a:r>
          </a:p>
          <a:p>
            <a:pPr marL="342900" indent="-342900">
              <a:buAutoNum type="arabicPeriod"/>
            </a:pPr>
            <a:endParaRPr lang="de-DE" b="0" dirty="0">
              <a:effectLst/>
            </a:endParaRPr>
          </a:p>
          <a:p>
            <a:pPr marL="342900" indent="-342900">
              <a:buAutoNum type="arabicPeriod"/>
            </a:pPr>
            <a:endParaRPr lang="de-DE" b="0" dirty="0">
              <a:effectLst/>
            </a:endParaRPr>
          </a:p>
          <a:p>
            <a:pPr marL="342900" indent="-342900">
              <a:buAutoNum type="arabicPeriod"/>
            </a:pPr>
            <a:r>
              <a:rPr lang="de-DE" dirty="0"/>
              <a:t>Welche Testtools eignen sich für Integrationstests von IPC-Middleware, am Beispiel </a:t>
            </a:r>
            <a:r>
              <a:rPr lang="de-DE" dirty="0" err="1"/>
              <a:t>eCAL</a:t>
            </a:r>
            <a:r>
              <a:rPr lang="de-DE" dirty="0"/>
              <a:t>?</a:t>
            </a:r>
          </a:p>
          <a:p>
            <a:pPr marL="342900" indent="-342900">
              <a:buAutoNum type="arabicPeriod"/>
            </a:pPr>
            <a:endParaRPr lang="de-DE" dirty="0"/>
          </a:p>
          <a:p>
            <a:pPr marL="342900" indent="-342900">
              <a:buAutoNum type="arabicPeriod"/>
            </a:pPr>
            <a:endParaRPr lang="de-DE" dirty="0"/>
          </a:p>
          <a:p>
            <a:pPr marL="342900" indent="-342900">
              <a:buAutoNum type="arabicPeriod"/>
            </a:pPr>
            <a:r>
              <a:rPr lang="de-DE" b="0" dirty="0">
                <a:effectLst/>
              </a:rPr>
              <a:t>Wie kann man Integrationstests für IPC-Middleware in CI/CD-Prozesse einbinden?</a:t>
            </a:r>
            <a:br>
              <a:rPr lang="de-DE" b="0" dirty="0">
                <a:effectLst/>
              </a:rPr>
            </a:br>
            <a:endParaRPr lang="de-DE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37658039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4F559A8-9DF6-B84A-AAE4-62AA799A08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2999" y="1751994"/>
            <a:ext cx="6858000" cy="845077"/>
          </a:xfrm>
        </p:spPr>
        <p:txBody>
          <a:bodyPr/>
          <a:lstStyle/>
          <a:p>
            <a:pPr algn="ctr"/>
            <a:r>
              <a:rPr lang="de-DE" dirty="0"/>
              <a:t>Testanforderungen</a:t>
            </a:r>
            <a:endParaRPr lang="en-US" b="1" cap="none" noProof="1">
              <a:latin typeface="Rockwell" panose="02060603020205020403" pitchFamily="18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B4675BD-FFFD-4769-84DA-53E1D9DFB224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2033799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52360" y="279034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b="1" dirty="0"/>
              <a:t>Herausforderungen beim Testen von Middleware</a:t>
            </a: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52360" y="938880"/>
            <a:ext cx="7245246" cy="383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Unit-Tests prüfen nur einzelne Komponenten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Middleware = verteilt → mehrere Prozesse auf mehreren Geräten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Fehler entstehen oft unter realistischen Bedingungen:</a:t>
            </a:r>
          </a:p>
          <a:p>
            <a:pPr marL="0" indent="0">
              <a:buNone/>
            </a:pPr>
            <a:r>
              <a:rPr lang="de-DE" dirty="0">
                <a:latin typeface="+mn-lt"/>
                <a:sym typeface="Wingdings" panose="05000000000000000000" pitchFamily="2" charset="2"/>
              </a:rPr>
              <a:t>	</a:t>
            </a:r>
            <a:r>
              <a:rPr lang="de-DE" dirty="0">
                <a:latin typeface="+mn-lt"/>
              </a:rPr>
              <a:t>  Netzwerkverzögerung, Paketverlust, Prozessabstürze, Delays, etc.  </a:t>
            </a:r>
          </a:p>
          <a:p>
            <a:pPr marL="0" indent="0">
              <a:buNone/>
            </a:pPr>
            <a:endParaRPr lang="de-DE" b="1" dirty="0">
              <a:latin typeface="+mn-lt"/>
            </a:endParaRPr>
          </a:p>
          <a:p>
            <a:pPr marL="0" indent="0">
              <a:buNone/>
            </a:pPr>
            <a:endParaRPr lang="de-DE" b="1" dirty="0">
              <a:latin typeface="+mn-lt"/>
            </a:endParaRPr>
          </a:p>
          <a:p>
            <a:pPr marL="0" indent="0">
              <a:buNone/>
            </a:pPr>
            <a:r>
              <a:rPr lang="de-DE" b="1" dirty="0">
                <a:latin typeface="+mn-lt"/>
                <a:sym typeface="Wingdings" panose="05000000000000000000" pitchFamily="2" charset="2"/>
              </a:rPr>
              <a:t></a:t>
            </a:r>
            <a:r>
              <a:rPr lang="de-DE" b="1" dirty="0">
                <a:latin typeface="+mn-lt"/>
              </a:rPr>
              <a:t> Teststrategie muss das Zusammenspiel aller Komponenten praxisnah prüfen</a:t>
            </a:r>
            <a:endParaRPr lang="de-DE" b="0" strike="noStrike" spc="4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14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8A36731-AA29-4227-BA0D-AAD61DFCD4CA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75847074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80893" y="226688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dirty="0"/>
              <a:t>Testanforderungen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480849" y="811178"/>
            <a:ext cx="7015654" cy="440720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>
              <a:buNone/>
            </a:pPr>
            <a:r>
              <a:rPr lang="de-DE" b="1" dirty="0">
                <a:latin typeface="+mn-lt"/>
              </a:rPr>
              <a:t>Was muss getestet werden?</a:t>
            </a:r>
          </a:p>
          <a:p>
            <a:pPr marL="0" indent="0">
              <a:buNone/>
            </a:pPr>
            <a:endParaRPr lang="de-DE" dirty="0">
              <a:latin typeface="+mn-lt"/>
            </a:endParaRPr>
          </a:p>
          <a:p>
            <a:pPr marL="0" indent="0">
              <a:buNone/>
            </a:pPr>
            <a:r>
              <a:rPr lang="de-DE" b="1" dirty="0">
                <a:latin typeface="+mn-lt"/>
              </a:rPr>
              <a:t>1. Funktional:</a:t>
            </a:r>
            <a:r>
              <a:rPr lang="de-DE" dirty="0">
                <a:latin typeface="+mn-lt"/>
              </a:rPr>
              <a:t> 	</a:t>
            </a:r>
          </a:p>
          <a:p>
            <a:pPr marL="576000" lvl="4" indent="0">
              <a:buNone/>
            </a:pPr>
            <a:r>
              <a:rPr lang="de-DE" sz="1400" dirty="0">
                <a:latin typeface="+mn-lt"/>
              </a:rPr>
              <a:t>✔ Korrekte Nachrichtenzustellung</a:t>
            </a:r>
          </a:p>
          <a:p>
            <a:pPr marL="576000" lvl="4" indent="0">
              <a:buNone/>
            </a:pPr>
            <a:r>
              <a:rPr lang="de-DE" sz="1400" dirty="0">
                <a:latin typeface="+mn-lt"/>
              </a:rPr>
              <a:t>✔ Subscriber erhalten passende Daten</a:t>
            </a:r>
          </a:p>
          <a:p>
            <a:pPr marL="576000" lvl="4" indent="0">
              <a:buNone/>
            </a:pPr>
            <a:r>
              <a:rPr lang="de-DE" sz="1400" dirty="0">
                <a:latin typeface="+mn-lt"/>
              </a:rPr>
              <a:t>✔ RPC-Aufrufe liefern gültige Antworten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dirty="0">
              <a:latin typeface="+mn-lt"/>
            </a:endParaRPr>
          </a:p>
          <a:p>
            <a:pPr marL="0" indent="0">
              <a:buNone/>
            </a:pPr>
            <a:r>
              <a:rPr lang="de-DE" b="1" dirty="0">
                <a:latin typeface="+mn-lt"/>
              </a:rPr>
              <a:t>2. Nicht-funktional:</a:t>
            </a:r>
            <a:endParaRPr lang="de-DE" dirty="0">
              <a:latin typeface="+mn-lt"/>
            </a:endParaRPr>
          </a:p>
          <a:p>
            <a:pPr marL="432000" lvl="3" indent="0">
              <a:buNone/>
            </a:pPr>
            <a:r>
              <a:rPr lang="de-DE" sz="1400" dirty="0">
                <a:latin typeface="+mn-lt"/>
              </a:rPr>
              <a:t>✔ Zeitverhalten (Latenz, </a:t>
            </a:r>
            <a:r>
              <a:rPr lang="de-DE" sz="1400" dirty="0" err="1">
                <a:latin typeface="+mn-lt"/>
              </a:rPr>
              <a:t>Jitter</a:t>
            </a:r>
            <a:r>
              <a:rPr lang="de-DE" sz="1400" dirty="0">
                <a:latin typeface="+mn-lt"/>
              </a:rPr>
              <a:t>)</a:t>
            </a:r>
          </a:p>
          <a:p>
            <a:pPr marL="432000" lvl="3" indent="0">
              <a:buNone/>
            </a:pPr>
            <a:r>
              <a:rPr lang="de-DE" sz="1400" dirty="0">
                <a:latin typeface="+mn-lt"/>
              </a:rPr>
              <a:t>✔ Robustheit bei Fehlern oder Ausfällen</a:t>
            </a:r>
          </a:p>
          <a:p>
            <a:pPr marL="432000" lvl="3" indent="0">
              <a:buNone/>
            </a:pPr>
            <a:r>
              <a:rPr lang="de-DE" sz="1400" dirty="0">
                <a:latin typeface="+mn-lt"/>
              </a:rPr>
              <a:t>✔ Verhalten bei hoher Last / Skalierbarkeit</a:t>
            </a:r>
          </a:p>
        </p:txBody>
      </p:sp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15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EEF7F82-8BFF-44CD-9196-7BC39509900C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40242085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4F559A8-9DF6-B84A-AAE4-62AA799A08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2999" y="1751994"/>
            <a:ext cx="6858000" cy="845077"/>
          </a:xfrm>
        </p:spPr>
        <p:txBody>
          <a:bodyPr/>
          <a:lstStyle/>
          <a:p>
            <a:pPr algn="ctr"/>
            <a:r>
              <a:rPr lang="de-DE" dirty="0"/>
              <a:t>Tool-Evaluation</a:t>
            </a:r>
            <a:endParaRPr lang="en-US" b="1" cap="none" noProof="1">
              <a:latin typeface="Rockwell" panose="02060603020205020403" pitchFamily="18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B4675BD-FFFD-4769-84DA-53E1D9DFB224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3719031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29100" y="304483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dirty="0"/>
              <a:t>Anforderungen an Test-Tools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628560" y="938880"/>
            <a:ext cx="6490131" cy="383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>
              <a:buNone/>
            </a:pPr>
            <a:r>
              <a:rPr lang="de-DE" b="1" dirty="0">
                <a:latin typeface="+mn-lt"/>
              </a:rPr>
              <a:t>1.  CLI-Unterstützung</a:t>
            </a:r>
            <a:r>
              <a:rPr lang="de-DE" dirty="0">
                <a:latin typeface="+mn-lt"/>
              </a:rPr>
              <a:t>: für Automation und </a:t>
            </a:r>
            <a:r>
              <a:rPr lang="de-DE" dirty="0" err="1">
                <a:latin typeface="+mn-lt"/>
              </a:rPr>
              <a:t>Skripting</a:t>
            </a:r>
            <a:endParaRPr lang="de-DE" dirty="0">
              <a:latin typeface="+mn-lt"/>
            </a:endParaRPr>
          </a:p>
          <a:p>
            <a:pPr marL="0" indent="0">
              <a:buNone/>
            </a:pPr>
            <a:r>
              <a:rPr lang="de-DE" b="1" dirty="0">
                <a:latin typeface="+mn-lt"/>
              </a:rPr>
              <a:t>2.  Multi-Prozess-Fähigkeit</a:t>
            </a:r>
            <a:r>
              <a:rPr lang="de-DE" dirty="0">
                <a:latin typeface="+mn-lt"/>
              </a:rPr>
              <a:t>: z. B. Pub/Sub, RPC (Server-Client)</a:t>
            </a:r>
          </a:p>
          <a:p>
            <a:pPr marL="0" indent="0">
              <a:buNone/>
            </a:pPr>
            <a:r>
              <a:rPr lang="de-DE" b="1" dirty="0">
                <a:latin typeface="+mn-lt"/>
              </a:rPr>
              <a:t>3.  Open</a:t>
            </a:r>
            <a:r>
              <a:rPr lang="de-DE" dirty="0">
                <a:latin typeface="+mn-lt"/>
              </a:rPr>
              <a:t> </a:t>
            </a:r>
            <a:r>
              <a:rPr lang="de-DE" b="1" dirty="0">
                <a:latin typeface="+mn-lt"/>
              </a:rPr>
              <a:t>Source</a:t>
            </a:r>
            <a:r>
              <a:rPr lang="de-DE" dirty="0">
                <a:latin typeface="+mn-lt"/>
              </a:rPr>
              <a:t>: transparent und erweiterbar</a:t>
            </a:r>
          </a:p>
          <a:p>
            <a:pPr marL="0" indent="0">
              <a:buNone/>
            </a:pPr>
            <a:r>
              <a:rPr lang="de-DE" b="1" dirty="0">
                <a:latin typeface="+mn-lt"/>
              </a:rPr>
              <a:t>4.  Einbindung in CI/CD</a:t>
            </a:r>
            <a:r>
              <a:rPr lang="de-DE" dirty="0">
                <a:latin typeface="+mn-lt"/>
              </a:rPr>
              <a:t>: z. B. GitHub Actions, Jenkins</a:t>
            </a:r>
          </a:p>
          <a:p>
            <a:pPr marL="0" indent="0">
              <a:buNone/>
            </a:pPr>
            <a:r>
              <a:rPr lang="de-DE" b="1" dirty="0">
                <a:latin typeface="+mn-lt"/>
              </a:rPr>
              <a:t>5.  Plattformunabhängig</a:t>
            </a:r>
            <a:r>
              <a:rPr lang="de-DE" dirty="0">
                <a:latin typeface="+mn-lt"/>
              </a:rPr>
              <a:t>: Linux + Windows</a:t>
            </a:r>
          </a:p>
          <a:p>
            <a:pPr marL="0" indent="0">
              <a:buNone/>
            </a:pPr>
            <a:r>
              <a:rPr lang="de-DE" b="1" dirty="0">
                <a:latin typeface="+mn-lt"/>
              </a:rPr>
              <a:t>6.  Standardisierte Reports</a:t>
            </a:r>
            <a:r>
              <a:rPr lang="de-DE" dirty="0">
                <a:latin typeface="+mn-lt"/>
              </a:rPr>
              <a:t>: HTML, XML etc.</a:t>
            </a:r>
          </a:p>
        </p:txBody>
      </p:sp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17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0D1D411-F9E5-466F-98EC-55806928158C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54422812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29100" y="304483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dirty="0"/>
              <a:t>Vergleich ausgewählter Tools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18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0D1D411-F9E5-466F-98EC-55806928158C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70E5F5FA-6267-4EFB-AC56-5BAA02314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869370"/>
              </p:ext>
            </p:extLst>
          </p:nvPr>
        </p:nvGraphicFramePr>
        <p:xfrm>
          <a:off x="502920" y="1262798"/>
          <a:ext cx="8138160" cy="31274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98939437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2476118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76158055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03631367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1797826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04226702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950757528"/>
                    </a:ext>
                  </a:extLst>
                </a:gridCol>
              </a:tblGrid>
              <a:tr h="384202"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rial"/>
                        </a:defRPr>
                      </a:pPr>
                      <a:r>
                        <a:rPr dirty="0"/>
                        <a:t>Framework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rial"/>
                        </a:defRPr>
                      </a:pPr>
                      <a:r>
                        <a:t>CLI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rial"/>
                        </a:defRPr>
                      </a:pPr>
                      <a:r>
                        <a:t>Multi-Process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rial"/>
                        </a:defRPr>
                      </a:pPr>
                      <a:r>
                        <a:t>Open-Src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rial"/>
                        </a:defRPr>
                      </a:pPr>
                      <a:r>
                        <a:t>CI/CD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rial"/>
                        </a:defRPr>
                      </a:pPr>
                      <a:r>
                        <a:t>Platform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rial"/>
                        </a:defRPr>
                      </a:pPr>
                      <a:r>
                        <a:rPr dirty="0"/>
                        <a:t>Reports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012922"/>
                  </a:ext>
                </a:extLst>
              </a:tr>
              <a:tr h="384202"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 b="1" dirty="0"/>
                        <a:t>Google Test</a:t>
                      </a:r>
                      <a:endParaRPr lang="de-DE" b="1" dirty="0"/>
                    </a:p>
                    <a:p>
                      <a:pPr algn="ctr">
                        <a:defRPr sz="1200">
                          <a:latin typeface="Arial"/>
                        </a:defRPr>
                      </a:pPr>
                      <a:endParaRPr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Partial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 dirty="0"/>
                        <a:t>XML only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537167"/>
                  </a:ext>
                </a:extLst>
              </a:tr>
              <a:tr h="384202"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 b="1" dirty="0"/>
                        <a:t>Robot Framework</a:t>
                      </a:r>
                      <a:endParaRPr lang="de-DE" b="1" dirty="0"/>
                    </a:p>
                    <a:p>
                      <a:pPr algn="ctr">
                        <a:defRPr sz="1200">
                          <a:latin typeface="Arial"/>
                        </a:defRPr>
                      </a:pPr>
                      <a:endParaRPr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 dirty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HTML, XML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927978"/>
                  </a:ext>
                </a:extLst>
              </a:tr>
              <a:tr h="384202"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 b="1" dirty="0"/>
                        <a:t>Gauge Test</a:t>
                      </a:r>
                      <a:endParaRPr lang="de-DE" b="1" dirty="0"/>
                    </a:p>
                    <a:p>
                      <a:pPr algn="ctr">
                        <a:defRPr sz="1200">
                          <a:latin typeface="Arial"/>
                        </a:defRPr>
                      </a:pPr>
                      <a:endParaRPr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Limited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 dirty="0"/>
                        <a:t>HTML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541902"/>
                  </a:ext>
                </a:extLst>
              </a:tr>
              <a:tr h="384202"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 b="1" dirty="0"/>
                        <a:t>behave (BDD)</a:t>
                      </a:r>
                      <a:endParaRPr lang="de-DE" b="1" dirty="0"/>
                    </a:p>
                    <a:p>
                      <a:pPr algn="ctr">
                        <a:defRPr sz="1200">
                          <a:latin typeface="Arial"/>
                        </a:defRPr>
                      </a:pPr>
                      <a:endParaRPr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 dirty="0"/>
                        <a:t>Partial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t>Text/Custom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388757"/>
                  </a:ext>
                </a:extLst>
              </a:tr>
              <a:tr h="384202"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 b="1" dirty="0" err="1"/>
                        <a:t>Katalon</a:t>
                      </a:r>
                      <a:endParaRPr lang="de-DE" b="1" dirty="0"/>
                    </a:p>
                    <a:p>
                      <a:pPr algn="ctr">
                        <a:defRPr sz="1200">
                          <a:latin typeface="Arial"/>
                        </a:defRPr>
                      </a:pPr>
                      <a:endParaRPr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 dirty="0">
                          <a:solidFill>
                            <a:srgbClr val="FF0000"/>
                          </a:solidFill>
                        </a:rPr>
                        <a:t>✗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 dirty="0">
                          <a:solidFill>
                            <a:srgbClr val="FF0000"/>
                          </a:solidFill>
                        </a:rPr>
                        <a:t>✗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 dirty="0">
                          <a:solidFill>
                            <a:srgbClr val="FF0000"/>
                          </a:solidFill>
                        </a:rPr>
                        <a:t>✗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 dirty="0"/>
                        <a:t>HTML, GUI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192040"/>
                  </a:ext>
                </a:extLst>
              </a:tr>
              <a:tr h="384202"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 b="1" dirty="0" err="1"/>
                        <a:t>TestComplete</a:t>
                      </a:r>
                      <a:endParaRPr lang="de-DE" b="1" dirty="0"/>
                    </a:p>
                    <a:p>
                      <a:pPr algn="ctr">
                        <a:defRPr sz="1200">
                          <a:latin typeface="Arial"/>
                        </a:defRPr>
                      </a:pPr>
                      <a:endParaRPr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 dirty="0">
                          <a:solidFill>
                            <a:srgbClr val="FF0000"/>
                          </a:solidFill>
                        </a:rPr>
                        <a:t>✗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>
                          <a:solidFill>
                            <a:srgbClr val="FF0000"/>
                          </a:solidFill>
                        </a:rPr>
                        <a:t>✗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 dirty="0">
                          <a:solidFill>
                            <a:srgbClr val="FF0000"/>
                          </a:solidFill>
                        </a:rPr>
                        <a:t>✗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Arial"/>
                        </a:defRPr>
                      </a:pPr>
                      <a:r>
                        <a:rPr dirty="0"/>
                        <a:t>HTML, GUI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490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6882384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29100" y="304483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dirty="0"/>
              <a:t>Ergebnis ausgewählter Tools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628560" y="1029161"/>
            <a:ext cx="6490131" cy="383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>
              <a:buNone/>
            </a:pPr>
            <a:r>
              <a:rPr lang="de-DE" dirty="0">
                <a:latin typeface="+mn-lt"/>
              </a:rPr>
              <a:t>✅ </a:t>
            </a:r>
            <a:r>
              <a:rPr lang="de-DE" b="1" dirty="0">
                <a:latin typeface="+mn-lt"/>
              </a:rPr>
              <a:t>Robot Framework </a:t>
            </a:r>
            <a:r>
              <a:rPr lang="de-DE" dirty="0">
                <a:latin typeface="+mn-lt"/>
              </a:rPr>
              <a:t>wurde ausgewählt:</a:t>
            </a:r>
          </a:p>
          <a:p>
            <a:pPr lvl="3"/>
            <a:r>
              <a:rPr lang="de-DE" sz="1400" dirty="0">
                <a:latin typeface="+mn-lt"/>
              </a:rPr>
              <a:t>Automatisierung &amp; CLI</a:t>
            </a:r>
          </a:p>
          <a:p>
            <a:pPr lvl="3"/>
            <a:r>
              <a:rPr lang="de-DE" sz="1400" dirty="0">
                <a:latin typeface="+mn-lt"/>
              </a:rPr>
              <a:t>Multi-Prozess-Szenarien</a:t>
            </a:r>
          </a:p>
          <a:p>
            <a:pPr lvl="3"/>
            <a:r>
              <a:rPr lang="de-DE" sz="1400" dirty="0">
                <a:latin typeface="+mn-lt"/>
              </a:rPr>
              <a:t>Integration mit Docker &amp; GitHub Actions</a:t>
            </a:r>
          </a:p>
          <a:p>
            <a:pPr lvl="3"/>
            <a:r>
              <a:rPr lang="de-DE" sz="1400" dirty="0">
                <a:latin typeface="+mn-lt"/>
              </a:rPr>
              <a:t>Standardisierte Reports + Logs in HTML</a:t>
            </a:r>
          </a:p>
          <a:p>
            <a:pPr lvl="3"/>
            <a:endParaRPr lang="de-DE" sz="1400" dirty="0">
              <a:latin typeface="+mn-lt"/>
            </a:endParaRPr>
          </a:p>
          <a:p>
            <a:pPr lvl="3"/>
            <a:endParaRPr lang="de-DE" sz="1400" dirty="0">
              <a:latin typeface="+mn-lt"/>
            </a:endParaRPr>
          </a:p>
          <a:p>
            <a:pPr lvl="3"/>
            <a:endParaRPr lang="de-DE" sz="1400" dirty="0">
              <a:latin typeface="+mn-lt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19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0D1D411-F9E5-466F-98EC-55806928158C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48342786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4F559A8-9DF6-B84A-AAE4-62AA799A08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2999" y="1751994"/>
            <a:ext cx="6858000" cy="845077"/>
          </a:xfrm>
        </p:spPr>
        <p:txBody>
          <a:bodyPr/>
          <a:lstStyle/>
          <a:p>
            <a:pPr algn="ctr"/>
            <a:r>
              <a:rPr lang="de-DE" dirty="0"/>
              <a:t>Testkonzept &amp; Architektur </a:t>
            </a:r>
            <a:endParaRPr lang="en-US" b="1" cap="none" noProof="1">
              <a:latin typeface="Rockwell" panose="02060603020205020403" pitchFamily="18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B4675BD-FFFD-4769-84DA-53E1D9DFB224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90138345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29100" y="213043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dirty="0"/>
              <a:t>Testarchitektur – Aufbau des Testsystems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21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0D1D411-F9E5-466F-98EC-55806928158C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6975156-6BCF-405C-BE8A-254D4D2C6A6F}"/>
              </a:ext>
            </a:extLst>
          </p:cNvPr>
          <p:cNvSpPr txBox="1"/>
          <p:nvPr/>
        </p:nvSpPr>
        <p:spPr>
          <a:xfrm>
            <a:off x="520700" y="853686"/>
            <a:ext cx="7067550" cy="4197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b="0" dirty="0">
                <a:effectLst/>
              </a:rPr>
              <a:t>Tests werden automatisiert mit </a:t>
            </a:r>
            <a:r>
              <a:rPr lang="de-DE" b="1" dirty="0">
                <a:effectLst/>
              </a:rPr>
              <a:t>Robot Framework</a:t>
            </a:r>
            <a:r>
              <a:rPr lang="de-DE" b="0" dirty="0">
                <a:effectLst/>
              </a:rPr>
              <a:t> </a:t>
            </a:r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Prozess i</a:t>
            </a:r>
            <a:r>
              <a:rPr lang="de-DE" b="0" dirty="0">
                <a:effectLst/>
              </a:rPr>
              <a:t>soliert in einem </a:t>
            </a:r>
            <a:r>
              <a:rPr lang="de-DE" b="1" dirty="0">
                <a:effectLst/>
              </a:rPr>
              <a:t>Docker-Container</a:t>
            </a:r>
            <a:endParaRPr lang="de-DE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b="0" dirty="0">
                <a:effectLst/>
              </a:rPr>
              <a:t>Der </a:t>
            </a:r>
            <a:r>
              <a:rPr lang="de-DE" b="1" dirty="0">
                <a:effectLst/>
              </a:rPr>
              <a:t>Testcontroller (Robot Framework)</a:t>
            </a:r>
            <a:r>
              <a:rPr lang="de-DE" b="0" dirty="0">
                <a:effectLst/>
              </a:rPr>
              <a:t> steuert</a:t>
            </a:r>
            <a:r>
              <a:rPr lang="de-DE" dirty="0"/>
              <a:t> </a:t>
            </a:r>
            <a:r>
              <a:rPr lang="de-DE" b="0" dirty="0">
                <a:effectLst/>
              </a:rPr>
              <a:t>Aufbau, Ablauf</a:t>
            </a:r>
            <a:r>
              <a:rPr lang="de-DE" dirty="0"/>
              <a:t>, </a:t>
            </a:r>
            <a:r>
              <a:rPr lang="de-DE" b="0" dirty="0">
                <a:effectLst/>
              </a:rPr>
              <a:t>Bewertung</a:t>
            </a:r>
          </a:p>
          <a:p>
            <a:pPr lvl="1">
              <a:lnSpc>
                <a:spcPct val="150000"/>
              </a:lnSpc>
            </a:pPr>
            <a:r>
              <a:rPr lang="de-DE" b="0" dirty="0">
                <a:effectLst/>
              </a:rPr>
              <a:t> 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b="1" dirty="0">
                <a:effectLst/>
              </a:rPr>
              <a:t>Ergebnisse</a:t>
            </a:r>
            <a:r>
              <a:rPr lang="de-DE" b="0" dirty="0">
                <a:effectLst/>
              </a:rPr>
              <a:t> werden automatisch gesammelt  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Es werden </a:t>
            </a:r>
            <a:r>
              <a:rPr lang="de-DE" b="0" dirty="0">
                <a:effectLst/>
              </a:rPr>
              <a:t>realistische Bedingungen </a:t>
            </a:r>
            <a:r>
              <a:rPr lang="de-DE" b="1" dirty="0">
                <a:effectLst/>
              </a:rPr>
              <a:t>simuliert </a:t>
            </a:r>
            <a:r>
              <a:rPr lang="de-DE" b="0" dirty="0">
                <a:effectLst/>
              </a:rPr>
              <a:t>wie z.B.:</a:t>
            </a:r>
          </a:p>
          <a:p>
            <a:pPr lvl="1">
              <a:lnSpc>
                <a:spcPct val="150000"/>
              </a:lnSpc>
            </a:pPr>
            <a:r>
              <a:rPr lang="de-DE" b="0" dirty="0">
                <a:effectLst/>
              </a:rPr>
              <a:t>  - Netzwerkverhalten</a:t>
            </a:r>
          </a:p>
          <a:p>
            <a:pPr lvl="1">
              <a:lnSpc>
                <a:spcPct val="150000"/>
              </a:lnSpc>
            </a:pPr>
            <a:r>
              <a:rPr lang="de-DE" b="0" dirty="0">
                <a:effectLst/>
              </a:rPr>
              <a:t>  - Prozessstarts/</a:t>
            </a:r>
            <a:r>
              <a:rPr lang="de-DE" b="0" dirty="0" err="1">
                <a:effectLst/>
              </a:rPr>
              <a:t>stops</a:t>
            </a:r>
            <a:endParaRPr lang="de-DE" b="0" dirty="0">
              <a:effectLst/>
            </a:endParaRPr>
          </a:p>
          <a:p>
            <a:pPr lvl="1">
              <a:lnSpc>
                <a:spcPct val="150000"/>
              </a:lnSpc>
            </a:pPr>
            <a:r>
              <a:rPr lang="de-DE" dirty="0"/>
              <a:t>  - Prozesscrash</a:t>
            </a:r>
          </a:p>
          <a:p>
            <a:pPr lvl="1">
              <a:lnSpc>
                <a:spcPct val="150000"/>
              </a:lnSpc>
            </a:pPr>
            <a:r>
              <a:rPr lang="de-DE" b="0" dirty="0">
                <a:effectLst/>
              </a:rPr>
              <a:t>  - n:n Prozess Kommunikationen</a:t>
            </a:r>
          </a:p>
          <a:p>
            <a:pPr lvl="1"/>
            <a:endParaRPr lang="de-DE" b="0" dirty="0">
              <a:effectLst/>
            </a:endParaRPr>
          </a:p>
          <a:p>
            <a:endParaRPr lang="de-DE" b="0" dirty="0">
              <a:effectLst/>
            </a:endParaRPr>
          </a:p>
          <a:p>
            <a:r>
              <a:rPr lang="de-DE" b="0" dirty="0">
                <a:effectLst/>
                <a:sym typeface="Wingdings" panose="05000000000000000000" pitchFamily="2" charset="2"/>
              </a:rPr>
              <a:t></a:t>
            </a:r>
            <a:r>
              <a:rPr lang="de-DE" b="0" dirty="0">
                <a:effectLst/>
              </a:rPr>
              <a:t> </a:t>
            </a:r>
            <a:r>
              <a:rPr lang="de-DE" b="1" dirty="0">
                <a:effectLst/>
              </a:rPr>
              <a:t>Ziel</a:t>
            </a:r>
            <a:r>
              <a:rPr lang="de-DE" b="0" dirty="0">
                <a:effectLst/>
              </a:rPr>
              <a:t>: Wiederholbare, realitätsnahe und isolierte Testausführung</a:t>
            </a:r>
          </a:p>
          <a:p>
            <a:endParaRPr lang="de-DE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71966962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28560" y="223858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dirty="0" err="1"/>
              <a:t>Execution</a:t>
            </a:r>
            <a:r>
              <a:rPr lang="de-DE" dirty="0"/>
              <a:t> Flow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22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DDDE01E-DACB-4FEB-B889-055BDF676EBD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9F8D196-9CC1-4EB5-AB49-E3DB09A9DE50}"/>
              </a:ext>
            </a:extLst>
          </p:cNvPr>
          <p:cNvSpPr txBox="1"/>
          <p:nvPr/>
        </p:nvSpPr>
        <p:spPr>
          <a:xfrm>
            <a:off x="878897" y="2653470"/>
            <a:ext cx="860753" cy="430789"/>
          </a:xfrm>
          <a:prstGeom prst="rect">
            <a:avLst/>
          </a:prstGeom>
          <a:solidFill>
            <a:srgbClr val="F0F0F0"/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algn="ctr"/>
            <a:r>
              <a:rPr lang="de-DE" sz="1200" dirty="0">
                <a:latin typeface="Barlow Semi Condensed" pitchFamily="2" charset="77"/>
              </a:rPr>
              <a:t>Robot Framework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7F04A69-DD85-451D-80CF-BBCA8178B93B}"/>
              </a:ext>
            </a:extLst>
          </p:cNvPr>
          <p:cNvSpPr txBox="1"/>
          <p:nvPr/>
        </p:nvSpPr>
        <p:spPr>
          <a:xfrm>
            <a:off x="7201894" y="2414560"/>
            <a:ext cx="1220167" cy="935872"/>
          </a:xfrm>
          <a:prstGeom prst="rect">
            <a:avLst/>
          </a:prstGeom>
          <a:solidFill>
            <a:srgbClr val="F0F0F0"/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algn="ctr"/>
            <a:r>
              <a:rPr lang="de-DE" sz="1200" dirty="0" err="1">
                <a:latin typeface="Barlow Semi Condensed" pitchFamily="2" charset="77"/>
              </a:rPr>
              <a:t>eCAL</a:t>
            </a:r>
            <a:r>
              <a:rPr lang="de-DE" sz="1200" dirty="0">
                <a:latin typeface="Barlow Semi Condensed" pitchFamily="2" charset="77"/>
              </a:rPr>
              <a:t> Test </a:t>
            </a:r>
            <a:r>
              <a:rPr lang="de-DE" sz="1200" dirty="0" err="1">
                <a:latin typeface="Barlow Semi Condensed" pitchFamily="2" charset="77"/>
              </a:rPr>
              <a:t>Application</a:t>
            </a:r>
            <a:endParaRPr lang="de-DE" sz="1200" dirty="0">
              <a:latin typeface="Barlow Semi Condensed" pitchFamily="2" charset="77"/>
            </a:endParaRPr>
          </a:p>
          <a:p>
            <a:pPr algn="ctr"/>
            <a:endParaRPr lang="de-DE" sz="1200" dirty="0">
              <a:latin typeface="Barlow Semi Condensed" pitchFamily="2" charset="77"/>
            </a:endParaRPr>
          </a:p>
          <a:p>
            <a:pPr algn="ctr"/>
            <a:r>
              <a:rPr lang="de-DE" sz="1200" dirty="0">
                <a:latin typeface="Barlow Semi Condensed" pitchFamily="2" charset="77"/>
              </a:rPr>
              <a:t>(PUB-SUB)</a:t>
            </a:r>
          </a:p>
          <a:p>
            <a:pPr algn="ctr"/>
            <a:r>
              <a:rPr lang="de-DE" sz="1200" dirty="0">
                <a:latin typeface="Barlow Semi Condensed" pitchFamily="2" charset="77"/>
              </a:rPr>
              <a:t>(Server-Client)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4D90C7A7-9116-48C4-B10D-3BDC8B8C3DEC}"/>
              </a:ext>
            </a:extLst>
          </p:cNvPr>
          <p:cNvCxnSpPr>
            <a:cxnSpLocks/>
            <a:stCxn id="7" idx="3"/>
            <a:endCxn id="45" idx="1"/>
          </p:cNvCxnSpPr>
          <p:nvPr/>
        </p:nvCxnSpPr>
        <p:spPr>
          <a:xfrm flipV="1">
            <a:off x="1739650" y="2297686"/>
            <a:ext cx="725264" cy="571179"/>
          </a:xfrm>
          <a:prstGeom prst="bentConnector3">
            <a:avLst>
              <a:gd name="adj1" fmla="val 219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feld 44">
            <a:extLst>
              <a:ext uri="{FF2B5EF4-FFF2-40B4-BE49-F238E27FC236}">
                <a16:creationId xmlns:a16="http://schemas.microsoft.com/office/drawing/2014/main" id="{74672551-D7CC-44E3-98C0-F3FECDA1A77C}"/>
              </a:ext>
            </a:extLst>
          </p:cNvPr>
          <p:cNvSpPr txBox="1"/>
          <p:nvPr/>
        </p:nvSpPr>
        <p:spPr>
          <a:xfrm>
            <a:off x="2464914" y="2082291"/>
            <a:ext cx="860753" cy="430789"/>
          </a:xfrm>
          <a:prstGeom prst="rect">
            <a:avLst/>
          </a:prstGeom>
          <a:solidFill>
            <a:srgbClr val="F0F0F0"/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algn="ctr"/>
            <a:r>
              <a:rPr lang="de-DE" sz="1200" dirty="0">
                <a:latin typeface="Barlow Semi Condensed" pitchFamily="2" charset="77"/>
              </a:rPr>
              <a:t>Docker </a:t>
            </a:r>
            <a:r>
              <a:rPr lang="de-DE" sz="1200" dirty="0" err="1">
                <a:latin typeface="Barlow Semi Condensed" pitchFamily="2" charset="77"/>
              </a:rPr>
              <a:t>Build</a:t>
            </a:r>
            <a:endParaRPr lang="de-DE" sz="1200" dirty="0">
              <a:latin typeface="Barlow Semi Condensed" pitchFamily="2" charset="77"/>
            </a:endParaRPr>
          </a:p>
          <a:p>
            <a:pPr algn="ctr"/>
            <a:r>
              <a:rPr lang="de-DE" sz="1200" dirty="0">
                <a:latin typeface="Barlow Semi Condensed" pitchFamily="2" charset="77"/>
              </a:rPr>
              <a:t>Phase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37565EA8-D221-47FB-8DB6-9F5F3EFCA62D}"/>
              </a:ext>
            </a:extLst>
          </p:cNvPr>
          <p:cNvSpPr txBox="1"/>
          <p:nvPr/>
        </p:nvSpPr>
        <p:spPr>
          <a:xfrm>
            <a:off x="1935450" y="2107784"/>
            <a:ext cx="629893" cy="324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l"/>
            <a:r>
              <a:rPr lang="de-DE" sz="1200" i="1" dirty="0" err="1">
                <a:latin typeface="Barlow Semi Condensed" pitchFamily="2" charset="77"/>
              </a:rPr>
              <a:t>trigger</a:t>
            </a:r>
            <a:endParaRPr lang="de-DE" sz="1200" i="1" dirty="0">
              <a:latin typeface="Barlow Semi Condensed" pitchFamily="2" charset="77"/>
            </a:endParaRPr>
          </a:p>
        </p:txBody>
      </p:sp>
      <p:cxnSp>
        <p:nvCxnSpPr>
          <p:cNvPr id="48" name="Gerade Verbindung mit Pfeil 10">
            <a:extLst>
              <a:ext uri="{FF2B5EF4-FFF2-40B4-BE49-F238E27FC236}">
                <a16:creationId xmlns:a16="http://schemas.microsoft.com/office/drawing/2014/main" id="{FC8C933A-3673-4D46-8B72-39AC56D72E2C}"/>
              </a:ext>
            </a:extLst>
          </p:cNvPr>
          <p:cNvCxnSpPr>
            <a:cxnSpLocks/>
            <a:stCxn id="7" idx="3"/>
            <a:endCxn id="53" idx="2"/>
          </p:cNvCxnSpPr>
          <p:nvPr/>
        </p:nvCxnSpPr>
        <p:spPr>
          <a:xfrm>
            <a:off x="1739650" y="2868865"/>
            <a:ext cx="2291121" cy="243588"/>
          </a:xfrm>
          <a:prstGeom prst="bentConnector4">
            <a:avLst>
              <a:gd name="adj1" fmla="val 7022"/>
              <a:gd name="adj2" fmla="val 29290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97AB2883-0E66-4F90-B83B-9D6D013B4625}"/>
              </a:ext>
            </a:extLst>
          </p:cNvPr>
          <p:cNvSpPr txBox="1"/>
          <p:nvPr/>
        </p:nvSpPr>
        <p:spPr>
          <a:xfrm>
            <a:off x="3636217" y="2681664"/>
            <a:ext cx="789107" cy="430789"/>
          </a:xfrm>
          <a:prstGeom prst="rect">
            <a:avLst/>
          </a:prstGeom>
          <a:solidFill>
            <a:srgbClr val="F0F0F0"/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algn="ctr"/>
            <a:r>
              <a:rPr lang="de-DE" sz="1200" dirty="0">
                <a:latin typeface="Barlow Semi Condensed" pitchFamily="2" charset="77"/>
              </a:rPr>
              <a:t>Docker Engine</a:t>
            </a:r>
          </a:p>
        </p:txBody>
      </p:sp>
      <p:cxnSp>
        <p:nvCxnSpPr>
          <p:cNvPr id="61" name="Gerade Verbindung mit Pfeil 10">
            <a:extLst>
              <a:ext uri="{FF2B5EF4-FFF2-40B4-BE49-F238E27FC236}">
                <a16:creationId xmlns:a16="http://schemas.microsoft.com/office/drawing/2014/main" id="{E66C9FD5-2942-4406-BF74-A82C3F8799B2}"/>
              </a:ext>
            </a:extLst>
          </p:cNvPr>
          <p:cNvCxnSpPr>
            <a:cxnSpLocks/>
            <a:stCxn id="45" idx="3"/>
            <a:endCxn id="53" idx="0"/>
          </p:cNvCxnSpPr>
          <p:nvPr/>
        </p:nvCxnSpPr>
        <p:spPr>
          <a:xfrm>
            <a:off x="3325667" y="2297686"/>
            <a:ext cx="705104" cy="38397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feld 72">
            <a:extLst>
              <a:ext uri="{FF2B5EF4-FFF2-40B4-BE49-F238E27FC236}">
                <a16:creationId xmlns:a16="http://schemas.microsoft.com/office/drawing/2014/main" id="{2F202989-F582-4EF1-A8D1-E0D9114A9E58}"/>
              </a:ext>
            </a:extLst>
          </p:cNvPr>
          <p:cNvSpPr txBox="1"/>
          <p:nvPr/>
        </p:nvSpPr>
        <p:spPr>
          <a:xfrm>
            <a:off x="2033889" y="3389666"/>
            <a:ext cx="1062907" cy="324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l"/>
            <a:r>
              <a:rPr lang="de-DE" sz="1200" i="1" dirty="0" err="1">
                <a:latin typeface="Barlow Semi Condensed" pitchFamily="2" charset="77"/>
              </a:rPr>
              <a:t>start</a:t>
            </a:r>
            <a:r>
              <a:rPr lang="de-DE" sz="1200" i="1" dirty="0">
                <a:latin typeface="Barlow Semi Condensed" pitchFamily="2" charset="77"/>
              </a:rPr>
              <a:t> </a:t>
            </a:r>
            <a:r>
              <a:rPr lang="de-DE" sz="1200" i="1" dirty="0" err="1">
                <a:latin typeface="Barlow Semi Condensed" pitchFamily="2" charset="77"/>
              </a:rPr>
              <a:t>container</a:t>
            </a:r>
            <a:endParaRPr lang="de-DE" sz="1200" i="1" dirty="0">
              <a:latin typeface="Barlow Semi Condensed" pitchFamily="2" charset="77"/>
            </a:endParaRPr>
          </a:p>
        </p:txBody>
      </p: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3C9CB5E0-99E3-43A6-B808-CA4F63CBA999}"/>
              </a:ext>
            </a:extLst>
          </p:cNvPr>
          <p:cNvCxnSpPr>
            <a:cxnSpLocks/>
            <a:stCxn id="53" idx="3"/>
            <a:endCxn id="78" idx="1"/>
          </p:cNvCxnSpPr>
          <p:nvPr/>
        </p:nvCxnSpPr>
        <p:spPr>
          <a:xfrm flipV="1">
            <a:off x="4425324" y="2891398"/>
            <a:ext cx="474794" cy="5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feld 77">
            <a:extLst>
              <a:ext uri="{FF2B5EF4-FFF2-40B4-BE49-F238E27FC236}">
                <a16:creationId xmlns:a16="http://schemas.microsoft.com/office/drawing/2014/main" id="{F7B4C6EF-1A2A-4FE5-B7B5-D884BC999AC3}"/>
              </a:ext>
            </a:extLst>
          </p:cNvPr>
          <p:cNvSpPr txBox="1"/>
          <p:nvPr/>
        </p:nvSpPr>
        <p:spPr>
          <a:xfrm>
            <a:off x="4900118" y="2676003"/>
            <a:ext cx="1001756" cy="430789"/>
          </a:xfrm>
          <a:prstGeom prst="rect">
            <a:avLst/>
          </a:prstGeom>
          <a:solidFill>
            <a:srgbClr val="F0F0F0"/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algn="ctr"/>
            <a:r>
              <a:rPr lang="de-DE" sz="1200" dirty="0">
                <a:latin typeface="Barlow Semi Condensed" pitchFamily="2" charset="77"/>
              </a:rPr>
              <a:t>Container</a:t>
            </a:r>
          </a:p>
          <a:p>
            <a:pPr algn="ctr"/>
            <a:r>
              <a:rPr lang="de-DE" sz="1200" dirty="0">
                <a:latin typeface="Barlow Semi Condensed" pitchFamily="2" charset="77"/>
              </a:rPr>
              <a:t>(entrypoint.sh)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7DBF65FE-13A0-400D-BC66-4E18C6AF56D5}"/>
              </a:ext>
            </a:extLst>
          </p:cNvPr>
          <p:cNvSpPr txBox="1"/>
          <p:nvPr/>
        </p:nvSpPr>
        <p:spPr>
          <a:xfrm>
            <a:off x="4519452" y="2706764"/>
            <a:ext cx="629893" cy="324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l"/>
            <a:r>
              <a:rPr lang="de-DE" sz="1200" i="1" dirty="0" err="1">
                <a:latin typeface="Barlow Semi Condensed" pitchFamily="2" charset="77"/>
              </a:rPr>
              <a:t>run</a:t>
            </a:r>
            <a:endParaRPr lang="de-DE" sz="1200" i="1" dirty="0">
              <a:latin typeface="Barlow Semi Condensed" pitchFamily="2" charset="77"/>
            </a:endParaRPr>
          </a:p>
        </p:txBody>
      </p: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57F4BB9A-922F-4D8B-B278-9FE6272DB972}"/>
              </a:ext>
            </a:extLst>
          </p:cNvPr>
          <p:cNvCxnSpPr>
            <a:cxnSpLocks/>
            <a:stCxn id="78" idx="3"/>
            <a:endCxn id="10" idx="1"/>
          </p:cNvCxnSpPr>
          <p:nvPr/>
        </p:nvCxnSpPr>
        <p:spPr>
          <a:xfrm flipV="1">
            <a:off x="5901874" y="2882496"/>
            <a:ext cx="1300020" cy="8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feld 85">
            <a:extLst>
              <a:ext uri="{FF2B5EF4-FFF2-40B4-BE49-F238E27FC236}">
                <a16:creationId xmlns:a16="http://schemas.microsoft.com/office/drawing/2014/main" id="{6C6CCBC5-8A55-418A-8F6B-D92C4ACD13E2}"/>
              </a:ext>
            </a:extLst>
          </p:cNvPr>
          <p:cNvSpPr txBox="1"/>
          <p:nvPr/>
        </p:nvSpPr>
        <p:spPr>
          <a:xfrm>
            <a:off x="6011079" y="2704255"/>
            <a:ext cx="1001756" cy="324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 fontScale="92500"/>
          </a:bodyPr>
          <a:lstStyle/>
          <a:p>
            <a:pPr algn="l"/>
            <a:r>
              <a:rPr lang="de-DE" sz="1200" i="1" dirty="0" err="1">
                <a:latin typeface="Barlow Semi Condensed" pitchFamily="2" charset="77"/>
              </a:rPr>
              <a:t>start</a:t>
            </a:r>
            <a:r>
              <a:rPr lang="de-DE" sz="1200" i="1" dirty="0">
                <a:latin typeface="Barlow Semi Condensed" pitchFamily="2" charset="77"/>
              </a:rPr>
              <a:t> test-</a:t>
            </a:r>
            <a:r>
              <a:rPr lang="de-DE" sz="1200" i="1" dirty="0" err="1">
                <a:latin typeface="Barlow Semi Condensed" pitchFamily="2" charset="77"/>
              </a:rPr>
              <a:t>process</a:t>
            </a:r>
            <a:endParaRPr lang="de-DE" sz="1200" i="1" dirty="0">
              <a:latin typeface="Barlow Semi Condensed" pitchFamily="2" charset="77"/>
            </a:endParaRPr>
          </a:p>
        </p:txBody>
      </p:sp>
      <p:cxnSp>
        <p:nvCxnSpPr>
          <p:cNvPr id="89" name="Gerade Verbindung mit Pfeil 10">
            <a:extLst>
              <a:ext uri="{FF2B5EF4-FFF2-40B4-BE49-F238E27FC236}">
                <a16:creationId xmlns:a16="http://schemas.microsoft.com/office/drawing/2014/main" id="{51F5940E-044E-48A6-A912-B19C4145C06F}"/>
              </a:ext>
            </a:extLst>
          </p:cNvPr>
          <p:cNvCxnSpPr>
            <a:cxnSpLocks/>
            <a:stCxn id="10" idx="2"/>
            <a:endCxn id="7" idx="2"/>
          </p:cNvCxnSpPr>
          <p:nvPr/>
        </p:nvCxnSpPr>
        <p:spPr>
          <a:xfrm rot="5400000" flipH="1">
            <a:off x="4427539" y="-34006"/>
            <a:ext cx="266173" cy="6502704"/>
          </a:xfrm>
          <a:prstGeom prst="bentConnector3">
            <a:avLst>
              <a:gd name="adj1" fmla="val -28866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feld 92">
            <a:extLst>
              <a:ext uri="{FF2B5EF4-FFF2-40B4-BE49-F238E27FC236}">
                <a16:creationId xmlns:a16="http://schemas.microsoft.com/office/drawing/2014/main" id="{C51B6818-5247-4865-8568-0F7DD40ADA39}"/>
              </a:ext>
            </a:extLst>
          </p:cNvPr>
          <p:cNvSpPr txBox="1"/>
          <p:nvPr/>
        </p:nvSpPr>
        <p:spPr>
          <a:xfrm>
            <a:off x="6511957" y="3921066"/>
            <a:ext cx="1220168" cy="324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l"/>
            <a:r>
              <a:rPr lang="de-DE" sz="1200" i="1" dirty="0">
                <a:latin typeface="Barlow Semi Condensed" pitchFamily="2" charset="77"/>
              </a:rPr>
              <a:t>logs &amp; </a:t>
            </a:r>
            <a:r>
              <a:rPr lang="de-DE" sz="1200" i="1" dirty="0" err="1">
                <a:latin typeface="Barlow Semi Condensed" pitchFamily="2" charset="77"/>
              </a:rPr>
              <a:t>exit</a:t>
            </a:r>
            <a:r>
              <a:rPr lang="de-DE" sz="1200" i="1" dirty="0">
                <a:latin typeface="Barlow Semi Condensed" pitchFamily="2" charset="77"/>
              </a:rPr>
              <a:t> code</a:t>
            </a:r>
          </a:p>
        </p:txBody>
      </p:sp>
      <p:cxnSp>
        <p:nvCxnSpPr>
          <p:cNvPr id="94" name="Gerade Verbindung mit Pfeil 10">
            <a:extLst>
              <a:ext uri="{FF2B5EF4-FFF2-40B4-BE49-F238E27FC236}">
                <a16:creationId xmlns:a16="http://schemas.microsoft.com/office/drawing/2014/main" id="{65571C17-D24E-4D06-942B-A2F6C494A1C8}"/>
              </a:ext>
            </a:extLst>
          </p:cNvPr>
          <p:cNvCxnSpPr>
            <a:cxnSpLocks/>
            <a:stCxn id="7" idx="0"/>
            <a:endCxn id="99" idx="1"/>
          </p:cNvCxnSpPr>
          <p:nvPr/>
        </p:nvCxnSpPr>
        <p:spPr>
          <a:xfrm rot="5400000" flipH="1" flipV="1">
            <a:off x="1582671" y="972817"/>
            <a:ext cx="1407256" cy="195405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feld 98">
            <a:extLst>
              <a:ext uri="{FF2B5EF4-FFF2-40B4-BE49-F238E27FC236}">
                <a16:creationId xmlns:a16="http://schemas.microsoft.com/office/drawing/2014/main" id="{B641F727-E9DE-4C50-8C12-C5F3F15B1D02}"/>
              </a:ext>
            </a:extLst>
          </p:cNvPr>
          <p:cNvSpPr txBox="1"/>
          <p:nvPr/>
        </p:nvSpPr>
        <p:spPr>
          <a:xfrm>
            <a:off x="3263325" y="953823"/>
            <a:ext cx="1880175" cy="5847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algn="ctr"/>
            <a:r>
              <a:rPr lang="de-DE" sz="1200" dirty="0">
                <a:latin typeface="Barlow Semi Condensed" pitchFamily="2" charset="77"/>
              </a:rPr>
              <a:t>Test-</a:t>
            </a:r>
            <a:r>
              <a:rPr lang="de-DE" sz="1200" dirty="0" err="1">
                <a:latin typeface="Barlow Semi Condensed" pitchFamily="2" charset="77"/>
              </a:rPr>
              <a:t>Results</a:t>
            </a:r>
            <a:endParaRPr lang="de-DE" sz="1200" dirty="0">
              <a:latin typeface="Barlow Semi Condensed" pitchFamily="2" charset="77"/>
            </a:endParaRPr>
          </a:p>
          <a:p>
            <a:pPr algn="ctr"/>
            <a:endParaRPr lang="de-DE" sz="1200" dirty="0">
              <a:latin typeface="Barlow Semi Condensed" pitchFamily="2" charset="77"/>
            </a:endParaRPr>
          </a:p>
          <a:p>
            <a:pPr algn="ctr"/>
            <a:r>
              <a:rPr lang="de-DE" sz="1200" dirty="0">
                <a:latin typeface="Barlow Semi Condensed" pitchFamily="2" charset="77"/>
              </a:rPr>
              <a:t>(report.html, log.html)</a:t>
            </a:r>
          </a:p>
          <a:p>
            <a:pPr algn="ctr"/>
            <a:endParaRPr lang="de-DE" sz="1200" dirty="0">
              <a:latin typeface="Barlow Semi Condensed" pitchFamily="2" charset="77"/>
            </a:endParaRP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EB34A412-9B07-4985-899C-4347DDBEAA40}"/>
              </a:ext>
            </a:extLst>
          </p:cNvPr>
          <p:cNvSpPr txBox="1"/>
          <p:nvPr/>
        </p:nvSpPr>
        <p:spPr>
          <a:xfrm>
            <a:off x="1341460" y="1047389"/>
            <a:ext cx="964280" cy="324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l"/>
            <a:r>
              <a:rPr lang="de-DE" sz="1200" i="1" dirty="0" err="1">
                <a:latin typeface="Barlow Semi Condensed" pitchFamily="2" charset="77"/>
              </a:rPr>
              <a:t>generate</a:t>
            </a:r>
            <a:r>
              <a:rPr lang="de-DE" sz="1200" i="1" dirty="0">
                <a:latin typeface="Barlow Semi Condensed" pitchFamily="2" charset="77"/>
              </a:rPr>
              <a:t> </a:t>
            </a:r>
            <a:r>
              <a:rPr lang="de-DE" sz="1200" i="1" dirty="0" err="1">
                <a:latin typeface="Barlow Semi Condensed" pitchFamily="2" charset="77"/>
              </a:rPr>
              <a:t>report</a:t>
            </a:r>
            <a:endParaRPr lang="de-DE" sz="1200" i="1" dirty="0">
              <a:latin typeface="Barlow Semi Condensed" pitchFamily="2" charset="77"/>
            </a:endParaRPr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20C8019C-711A-4394-B519-D748F157CFC4}"/>
              </a:ext>
            </a:extLst>
          </p:cNvPr>
          <p:cNvSpPr txBox="1"/>
          <p:nvPr/>
        </p:nvSpPr>
        <p:spPr>
          <a:xfrm>
            <a:off x="3388009" y="2129243"/>
            <a:ext cx="629893" cy="324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 fontScale="92500"/>
          </a:bodyPr>
          <a:lstStyle/>
          <a:p>
            <a:pPr algn="l"/>
            <a:r>
              <a:rPr lang="de-DE" sz="1200" i="1" dirty="0" err="1">
                <a:latin typeface="Barlow Semi Condensed" pitchFamily="2" charset="77"/>
              </a:rPr>
              <a:t>build</a:t>
            </a:r>
            <a:r>
              <a:rPr lang="de-DE" sz="1200" i="1" dirty="0">
                <a:latin typeface="Barlow Semi Condensed" pitchFamily="2" charset="77"/>
              </a:rPr>
              <a:t> </a:t>
            </a:r>
            <a:r>
              <a:rPr lang="de-DE" sz="1200" i="1" dirty="0" err="1">
                <a:latin typeface="Barlow Semi Condensed" pitchFamily="2" charset="77"/>
              </a:rPr>
              <a:t>image</a:t>
            </a:r>
            <a:endParaRPr lang="de-DE" sz="1200" i="1" dirty="0">
              <a:latin typeface="Barlow Semi Condense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7050491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45" grpId="0" animBg="1"/>
      <p:bldP spid="44" grpId="0"/>
      <p:bldP spid="53" grpId="0" animBg="1"/>
      <p:bldP spid="73" grpId="0"/>
      <p:bldP spid="78" grpId="0" animBg="1"/>
      <p:bldP spid="79" grpId="0"/>
      <p:bldP spid="86" grpId="0"/>
      <p:bldP spid="93" grpId="0"/>
      <p:bldP spid="99" grpId="0" animBg="1"/>
      <p:bldP spid="101" grpId="0"/>
      <p:bldP spid="1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28560" y="270000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dirty="0"/>
              <a:t>Container Architektur (Network vs. </a:t>
            </a:r>
            <a:r>
              <a:rPr lang="de-DE" dirty="0" err="1"/>
              <a:t>Local</a:t>
            </a:r>
            <a:r>
              <a:rPr lang="de-DE" dirty="0"/>
              <a:t>)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23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DDDE01E-DACB-4FEB-B889-055BDF676EBD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DCEB540-55B9-4E89-B4B0-609B233E11F9}"/>
              </a:ext>
            </a:extLst>
          </p:cNvPr>
          <p:cNvSpPr txBox="1"/>
          <p:nvPr/>
        </p:nvSpPr>
        <p:spPr>
          <a:xfrm>
            <a:off x="1623063" y="1005938"/>
            <a:ext cx="1618545" cy="450581"/>
          </a:xfrm>
          <a:prstGeom prst="rect">
            <a:avLst/>
          </a:prstGeom>
          <a:solidFill>
            <a:srgbClr val="E0E0E0"/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de-DE" dirty="0">
                <a:latin typeface="Barlow Semi Condensed" pitchFamily="2" charset="77"/>
              </a:rPr>
              <a:t>Robot Framework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4EC1119-259F-4F4B-8505-A5146977CEE6}"/>
              </a:ext>
            </a:extLst>
          </p:cNvPr>
          <p:cNvSpPr txBox="1"/>
          <p:nvPr/>
        </p:nvSpPr>
        <p:spPr>
          <a:xfrm>
            <a:off x="1623062" y="3961611"/>
            <a:ext cx="1618545" cy="450581"/>
          </a:xfrm>
          <a:prstGeom prst="rect">
            <a:avLst/>
          </a:prstGeom>
          <a:solidFill>
            <a:srgbClr val="E0E0E0"/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de-DE" dirty="0">
                <a:latin typeface="Barlow Semi Condensed" pitchFamily="2" charset="77"/>
              </a:rPr>
              <a:t>Docker Engine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7467FF3-EFB7-42B9-B563-2A71C7CA6F2B}"/>
              </a:ext>
            </a:extLst>
          </p:cNvPr>
          <p:cNvSpPr txBox="1"/>
          <p:nvPr/>
        </p:nvSpPr>
        <p:spPr>
          <a:xfrm>
            <a:off x="596046" y="2147118"/>
            <a:ext cx="1599454" cy="951710"/>
          </a:xfrm>
          <a:prstGeom prst="rect">
            <a:avLst/>
          </a:prstGeom>
          <a:solidFill>
            <a:srgbClr val="E0E0E0"/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rmAutofit lnSpcReduction="10000"/>
          </a:bodyPr>
          <a:lstStyle/>
          <a:p>
            <a:pPr algn="ctr">
              <a:lnSpc>
                <a:spcPct val="150000"/>
              </a:lnSpc>
            </a:pPr>
            <a:r>
              <a:rPr lang="de-DE" dirty="0">
                <a:latin typeface="Barlow Semi Condensed" pitchFamily="2" charset="77"/>
              </a:rPr>
              <a:t>Docker Container A</a:t>
            </a:r>
          </a:p>
          <a:p>
            <a:pPr algn="ctr">
              <a:lnSpc>
                <a:spcPct val="150000"/>
              </a:lnSpc>
            </a:pPr>
            <a:r>
              <a:rPr lang="de-DE" dirty="0">
                <a:latin typeface="Barlow Semi Condensed" pitchFamily="2" charset="77"/>
              </a:rPr>
              <a:t>[Network Mode]</a:t>
            </a:r>
          </a:p>
          <a:p>
            <a:pPr algn="ctr">
              <a:lnSpc>
                <a:spcPct val="150000"/>
              </a:lnSpc>
            </a:pPr>
            <a:r>
              <a:rPr lang="de-DE" dirty="0" err="1">
                <a:latin typeface="Barlow Semi Condensed" pitchFamily="2" charset="77"/>
              </a:rPr>
              <a:t>eCAL</a:t>
            </a:r>
            <a:r>
              <a:rPr lang="de-DE" dirty="0">
                <a:latin typeface="Barlow Semi Condensed" pitchFamily="2" charset="77"/>
              </a:rPr>
              <a:t> Publisher</a:t>
            </a:r>
          </a:p>
          <a:p>
            <a:pPr algn="ctr">
              <a:lnSpc>
                <a:spcPct val="150000"/>
              </a:lnSpc>
            </a:pPr>
            <a:endParaRPr lang="de-DE" dirty="0">
              <a:latin typeface="Barlow Semi Condensed" pitchFamily="2" charset="77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084C20A-7088-4A15-A39C-5B8CF34FAF72}"/>
              </a:ext>
            </a:extLst>
          </p:cNvPr>
          <p:cNvSpPr txBox="1"/>
          <p:nvPr/>
        </p:nvSpPr>
        <p:spPr>
          <a:xfrm>
            <a:off x="2709332" y="2141585"/>
            <a:ext cx="1665808" cy="957243"/>
          </a:xfrm>
          <a:prstGeom prst="rect">
            <a:avLst/>
          </a:prstGeom>
          <a:solidFill>
            <a:srgbClr val="E0E0E0"/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rmAutofit lnSpcReduction="10000"/>
          </a:bodyPr>
          <a:lstStyle/>
          <a:p>
            <a:pPr algn="ctr">
              <a:lnSpc>
                <a:spcPct val="150000"/>
              </a:lnSpc>
            </a:pPr>
            <a:r>
              <a:rPr lang="de-DE" dirty="0">
                <a:latin typeface="Barlow Semi Condensed" pitchFamily="2" charset="77"/>
              </a:rPr>
              <a:t>Docker Container B</a:t>
            </a:r>
          </a:p>
          <a:p>
            <a:pPr algn="ctr">
              <a:lnSpc>
                <a:spcPct val="150000"/>
              </a:lnSpc>
            </a:pPr>
            <a:r>
              <a:rPr lang="de-DE" dirty="0">
                <a:latin typeface="Barlow Semi Condensed" pitchFamily="2" charset="77"/>
              </a:rPr>
              <a:t>[Network Mode]</a:t>
            </a:r>
          </a:p>
          <a:p>
            <a:pPr algn="ctr">
              <a:lnSpc>
                <a:spcPct val="150000"/>
              </a:lnSpc>
            </a:pPr>
            <a:r>
              <a:rPr lang="de-DE" dirty="0" err="1">
                <a:latin typeface="Barlow Semi Condensed" pitchFamily="2" charset="77"/>
              </a:rPr>
              <a:t>eCAL</a:t>
            </a:r>
            <a:r>
              <a:rPr lang="de-DE" dirty="0">
                <a:latin typeface="Barlow Semi Condensed" pitchFamily="2" charset="77"/>
              </a:rPr>
              <a:t> Subscriber</a:t>
            </a:r>
          </a:p>
          <a:p>
            <a:pPr algn="ctr">
              <a:lnSpc>
                <a:spcPct val="150000"/>
              </a:lnSpc>
            </a:pPr>
            <a:endParaRPr lang="de-DE" dirty="0">
              <a:latin typeface="Barlow Semi Condensed" pitchFamily="2" charset="77"/>
            </a:endParaRP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5EC9B86D-EA48-4287-8781-ECF7BD19B11F}"/>
              </a:ext>
            </a:extLst>
          </p:cNvPr>
          <p:cNvCxnSpPr>
            <a:cxnSpLocks/>
            <a:stCxn id="3" idx="2"/>
            <a:endCxn id="12" idx="0"/>
          </p:cNvCxnSpPr>
          <p:nvPr/>
        </p:nvCxnSpPr>
        <p:spPr>
          <a:xfrm rot="16200000" flipH="1">
            <a:off x="2644753" y="1244102"/>
            <a:ext cx="685066" cy="11099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CBB4F0CD-2A55-4E47-8B7D-5B7F804ABA7D}"/>
              </a:ext>
            </a:extLst>
          </p:cNvPr>
          <p:cNvCxnSpPr>
            <a:cxnSpLocks/>
            <a:stCxn id="3" idx="2"/>
            <a:endCxn id="11" idx="0"/>
          </p:cNvCxnSpPr>
          <p:nvPr/>
        </p:nvCxnSpPr>
        <p:spPr>
          <a:xfrm rot="5400000">
            <a:off x="1568756" y="1283537"/>
            <a:ext cx="690599" cy="103656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A00B1D41-D7A4-42B1-A7CF-85FE7BCBA537}"/>
              </a:ext>
            </a:extLst>
          </p:cNvPr>
          <p:cNvCxnSpPr>
            <a:cxnSpLocks/>
            <a:stCxn id="12" idx="2"/>
            <a:endCxn id="8" idx="0"/>
          </p:cNvCxnSpPr>
          <p:nvPr/>
        </p:nvCxnSpPr>
        <p:spPr>
          <a:xfrm flipH="1">
            <a:off x="2432335" y="3098828"/>
            <a:ext cx="1109901" cy="862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B9E65D6C-2358-4BBE-B4C6-F130790626FC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>
            <a:off x="1395773" y="3098828"/>
            <a:ext cx="1036562" cy="862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EC9C023D-F343-468E-B02A-42D03CC3B15E}"/>
              </a:ext>
            </a:extLst>
          </p:cNvPr>
          <p:cNvSpPr txBox="1"/>
          <p:nvPr/>
        </p:nvSpPr>
        <p:spPr>
          <a:xfrm>
            <a:off x="6140252" y="1003828"/>
            <a:ext cx="1618545" cy="450581"/>
          </a:xfrm>
          <a:prstGeom prst="rect">
            <a:avLst/>
          </a:prstGeom>
          <a:solidFill>
            <a:srgbClr val="E0E0E0"/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de-DE" dirty="0">
                <a:latin typeface="Barlow Semi Condensed" pitchFamily="2" charset="77"/>
              </a:rPr>
              <a:t>Robot Framework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90E04292-596F-4414-B105-939789674F25}"/>
              </a:ext>
            </a:extLst>
          </p:cNvPr>
          <p:cNvSpPr txBox="1"/>
          <p:nvPr/>
        </p:nvSpPr>
        <p:spPr>
          <a:xfrm>
            <a:off x="6140253" y="3960650"/>
            <a:ext cx="1618545" cy="450581"/>
          </a:xfrm>
          <a:prstGeom prst="rect">
            <a:avLst/>
          </a:prstGeom>
          <a:solidFill>
            <a:srgbClr val="E0E0E0"/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de-DE" dirty="0">
                <a:latin typeface="Barlow Semi Condensed" pitchFamily="2" charset="77"/>
              </a:rPr>
              <a:t>Docker Engine</a:t>
            </a:r>
          </a:p>
        </p:txBody>
      </p:sp>
      <p:cxnSp>
        <p:nvCxnSpPr>
          <p:cNvPr id="44" name="Gerade Verbindung mit Pfeil 5">
            <a:extLst>
              <a:ext uri="{FF2B5EF4-FFF2-40B4-BE49-F238E27FC236}">
                <a16:creationId xmlns:a16="http://schemas.microsoft.com/office/drawing/2014/main" id="{B1AFD5A7-342A-43D5-A9F2-45BE847E5C5B}"/>
              </a:ext>
            </a:extLst>
          </p:cNvPr>
          <p:cNvCxnSpPr>
            <a:cxnSpLocks/>
            <a:stCxn id="40" idx="2"/>
            <a:endCxn id="69" idx="0"/>
          </p:cNvCxnSpPr>
          <p:nvPr/>
        </p:nvCxnSpPr>
        <p:spPr>
          <a:xfrm flipH="1">
            <a:off x="6949524" y="1454409"/>
            <a:ext cx="1" cy="564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DD7EC182-ECB1-4F18-9BE1-7FDB1A8DEC5B}"/>
              </a:ext>
            </a:extLst>
          </p:cNvPr>
          <p:cNvCxnSpPr>
            <a:cxnSpLocks/>
            <a:stCxn id="69" idx="2"/>
            <a:endCxn id="41" idx="0"/>
          </p:cNvCxnSpPr>
          <p:nvPr/>
        </p:nvCxnSpPr>
        <p:spPr>
          <a:xfrm>
            <a:off x="6949524" y="3390901"/>
            <a:ext cx="2" cy="569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feld 129">
            <a:extLst>
              <a:ext uri="{FF2B5EF4-FFF2-40B4-BE49-F238E27FC236}">
                <a16:creationId xmlns:a16="http://schemas.microsoft.com/office/drawing/2014/main" id="{F093F010-290B-4D2E-B906-27B87CEF6B04}"/>
              </a:ext>
            </a:extLst>
          </p:cNvPr>
          <p:cNvSpPr txBox="1"/>
          <p:nvPr/>
        </p:nvSpPr>
        <p:spPr>
          <a:xfrm>
            <a:off x="2088637" y="3317922"/>
            <a:ext cx="687400" cy="41743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ctr"/>
            <a:r>
              <a:rPr lang="de-DE" sz="1200" dirty="0">
                <a:latin typeface="Barlow Semi Condensed" pitchFamily="2" charset="77"/>
              </a:rPr>
              <a:t>Docker- network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BD3223A2-9CDE-419F-86EA-772A92FF6899}"/>
              </a:ext>
            </a:extLst>
          </p:cNvPr>
          <p:cNvSpPr txBox="1"/>
          <p:nvPr/>
        </p:nvSpPr>
        <p:spPr>
          <a:xfrm>
            <a:off x="6128439" y="2019301"/>
            <a:ext cx="1642170" cy="1371600"/>
          </a:xfrm>
          <a:prstGeom prst="rect">
            <a:avLst/>
          </a:prstGeom>
          <a:solidFill>
            <a:srgbClr val="E0E0E0"/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rmAutofit fontScale="92500" lnSpcReduction="20000"/>
          </a:bodyPr>
          <a:lstStyle/>
          <a:p>
            <a:pPr algn="ctr">
              <a:lnSpc>
                <a:spcPct val="150000"/>
              </a:lnSpc>
            </a:pPr>
            <a:r>
              <a:rPr lang="de-DE" dirty="0">
                <a:latin typeface="Barlow Semi Condensed" pitchFamily="2" charset="77"/>
              </a:rPr>
              <a:t>Docker Container C</a:t>
            </a:r>
          </a:p>
          <a:p>
            <a:pPr algn="ctr">
              <a:lnSpc>
                <a:spcPct val="150000"/>
              </a:lnSpc>
            </a:pPr>
            <a:r>
              <a:rPr lang="de-DE" dirty="0">
                <a:latin typeface="Barlow Semi Condensed" pitchFamily="2" charset="77"/>
              </a:rPr>
              <a:t>[</a:t>
            </a:r>
            <a:r>
              <a:rPr lang="de-DE" dirty="0" err="1">
                <a:latin typeface="Barlow Semi Condensed" pitchFamily="2" charset="77"/>
              </a:rPr>
              <a:t>Local</a:t>
            </a:r>
            <a:r>
              <a:rPr lang="de-DE" dirty="0">
                <a:latin typeface="Barlow Semi Condensed" pitchFamily="2" charset="77"/>
              </a:rPr>
              <a:t> Mode]</a:t>
            </a:r>
          </a:p>
          <a:p>
            <a:pPr algn="ctr">
              <a:lnSpc>
                <a:spcPct val="150000"/>
              </a:lnSpc>
            </a:pPr>
            <a:r>
              <a:rPr lang="de-DE" dirty="0" err="1">
                <a:latin typeface="Barlow Semi Condensed" pitchFamily="2" charset="77"/>
              </a:rPr>
              <a:t>eCAL</a:t>
            </a:r>
            <a:r>
              <a:rPr lang="de-DE" dirty="0">
                <a:latin typeface="Barlow Semi Condensed" pitchFamily="2" charset="77"/>
              </a:rPr>
              <a:t> Publisher</a:t>
            </a:r>
          </a:p>
          <a:p>
            <a:pPr algn="ctr">
              <a:lnSpc>
                <a:spcPct val="150000"/>
              </a:lnSpc>
            </a:pPr>
            <a:r>
              <a:rPr lang="de-DE" dirty="0">
                <a:latin typeface="Barlow Semi Condensed" pitchFamily="2" charset="77"/>
              </a:rPr>
              <a:t>+</a:t>
            </a:r>
          </a:p>
          <a:p>
            <a:pPr algn="ctr">
              <a:lnSpc>
                <a:spcPct val="150000"/>
              </a:lnSpc>
            </a:pPr>
            <a:r>
              <a:rPr lang="de-DE" dirty="0" err="1">
                <a:latin typeface="Barlow Semi Condensed" pitchFamily="2" charset="77"/>
              </a:rPr>
              <a:t>eCAL</a:t>
            </a:r>
            <a:r>
              <a:rPr lang="de-DE" dirty="0">
                <a:latin typeface="Barlow Semi Condensed" pitchFamily="2" charset="77"/>
              </a:rPr>
              <a:t> Subscriber</a:t>
            </a:r>
          </a:p>
          <a:p>
            <a:pPr algn="ctr">
              <a:lnSpc>
                <a:spcPct val="150000"/>
              </a:lnSpc>
            </a:pPr>
            <a:endParaRPr lang="de-DE" dirty="0">
              <a:latin typeface="Barlow Semi Condense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674068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1" grpId="0" animBg="1"/>
      <p:bldP spid="12" grpId="0" animBg="1"/>
      <p:bldP spid="40" grpId="0" animBg="1"/>
      <p:bldP spid="41" grpId="0" animBg="1"/>
      <p:bldP spid="130" grpId="0"/>
      <p:bldP spid="6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4F559A8-9DF6-B84A-AAE4-62AA799A08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2999" y="1751994"/>
            <a:ext cx="6858000" cy="845077"/>
          </a:xfrm>
        </p:spPr>
        <p:txBody>
          <a:bodyPr/>
          <a:lstStyle/>
          <a:p>
            <a:pPr algn="ctr"/>
            <a:r>
              <a:rPr lang="de-DE" dirty="0"/>
              <a:t>UMSETZUNG mit ECAL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DEE3873-26E5-451E-9FB4-FCEC0AFF46D0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2944833"/>
      </p:ext>
    </p:extLst>
  </p:cSld>
  <p:clrMapOvr>
    <a:masterClrMapping/>
  </p:clrMapOvr>
  <p:transition spd="slow"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28560" y="217146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dirty="0"/>
              <a:t>Ordnerstruktur der Testfälle</a:t>
            </a:r>
            <a:endParaRPr lang="de-DE" b="1" dirty="0"/>
          </a:p>
        </p:txBody>
      </p:sp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25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6DFE114-73A0-4940-84D9-946322BF0FAB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FEA9766-D7B4-4511-AFAB-9EA01CCBC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100" y="728412"/>
            <a:ext cx="5021485" cy="427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749592"/>
      </p:ext>
    </p:extLst>
  </p:cSld>
  <p:clrMapOvr>
    <a:masterClrMapping/>
  </p:clrMapOvr>
  <p:transition spd="slow">
    <p:cov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28560" y="252293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b="1" dirty="0"/>
              <a:t>Testfall 1: </a:t>
            </a:r>
            <a:r>
              <a:rPr lang="de-DE" dirty="0"/>
              <a:t>Publisher-Crash während der Übertragung</a:t>
            </a:r>
            <a:endParaRPr lang="de-DE" b="1" dirty="0"/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628560" y="847385"/>
            <a:ext cx="8233201" cy="383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>
              <a:buNone/>
            </a:pPr>
            <a:r>
              <a:rPr lang="de-DE" b="1" dirty="0"/>
              <a:t>Ziel:		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/>
              <a:t>Systemverhalten bei Absturz eines Publishers testen</a:t>
            </a:r>
          </a:p>
          <a:p>
            <a:pPr marL="0" indent="0">
              <a:buNone/>
            </a:pPr>
            <a:r>
              <a:rPr lang="de-DE" b="1" dirty="0"/>
              <a:t>Kriterium:	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/>
              <a:t>Keine </a:t>
            </a:r>
            <a:r>
              <a:rPr lang="de-DE" dirty="0" err="1"/>
              <a:t>Crashes</a:t>
            </a:r>
            <a:r>
              <a:rPr lang="de-DE" dirty="0"/>
              <a:t> im System, Exit-Code 0 im Subscriber</a:t>
            </a:r>
          </a:p>
          <a:p>
            <a:pPr marL="0" indent="0">
              <a:buNone/>
            </a:pPr>
            <a:r>
              <a:rPr lang="de-DE" b="1" spc="4" dirty="0">
                <a:solidFill>
                  <a:srgbClr val="000000"/>
                </a:solidFill>
                <a:latin typeface="Barlow Semi Condensed"/>
              </a:rPr>
              <a:t>Ablauf:</a:t>
            </a:r>
          </a:p>
        </p:txBody>
      </p:sp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26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6DFE114-73A0-4940-84D9-946322BF0FAB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  <p:pic>
        <p:nvPicPr>
          <p:cNvPr id="7" name="Picture 2" descr="PlantUML diagram">
            <a:extLst>
              <a:ext uri="{FF2B5EF4-FFF2-40B4-BE49-F238E27FC236}">
                <a16:creationId xmlns:a16="http://schemas.microsoft.com/office/drawing/2014/main" id="{A8146BF6-BF57-4192-83C2-A944A0140E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46"/>
          <a:stretch/>
        </p:blipFill>
        <p:spPr bwMode="auto">
          <a:xfrm>
            <a:off x="2137051" y="1651000"/>
            <a:ext cx="3692249" cy="3383154"/>
          </a:xfrm>
          <a:prstGeom prst="rect">
            <a:avLst/>
          </a:prstGeom>
          <a:noFill/>
          <a:ln w="158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9367399"/>
      </p:ext>
    </p:extLst>
  </p:cSld>
  <p:clrMapOvr>
    <a:masterClrMapping/>
  </p:clrMapOvr>
  <p:transition spd="slow">
    <p:cover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27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6DFE114-73A0-4940-84D9-946322BF0FAB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  <p:sp>
        <p:nvSpPr>
          <p:cNvPr id="9" name="PlaceHolder 1">
            <a:extLst>
              <a:ext uri="{FF2B5EF4-FFF2-40B4-BE49-F238E27FC236}">
                <a16:creationId xmlns:a16="http://schemas.microsoft.com/office/drawing/2014/main" id="{BF8F463F-892D-4927-B8F8-E0C2CE74F019}"/>
              </a:ext>
            </a:extLst>
          </p:cNvPr>
          <p:cNvSpPr txBox="1">
            <a:spLocks/>
          </p:cNvSpPr>
          <p:nvPr/>
        </p:nvSpPr>
        <p:spPr>
          <a:xfrm>
            <a:off x="629100" y="308636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 cap="none" baseline="0">
                <a:solidFill>
                  <a:srgbClr val="6638B6"/>
                </a:solidFill>
                <a:latin typeface="Barlow Semi Condensed" pitchFamily="2" charset="77"/>
                <a:ea typeface="+mj-ea"/>
                <a:cs typeface="Arial Black" panose="020B0604020202020204" pitchFamily="34" charset="0"/>
              </a:defRPr>
            </a:lvl1pPr>
          </a:lstStyle>
          <a:p>
            <a:r>
              <a:rPr lang="de-DE" dirty="0"/>
              <a:t>Testfall 2: RPC </a:t>
            </a:r>
            <a:r>
              <a:rPr lang="de-DE" dirty="0" err="1"/>
              <a:t>Reconnect</a:t>
            </a:r>
            <a:r>
              <a:rPr lang="de-DE" dirty="0"/>
              <a:t> nach Netzwerkausfall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0BD18983-809B-40E4-BF14-7E2F7D3E677D}"/>
              </a:ext>
            </a:extLst>
          </p:cNvPr>
          <p:cNvCxnSpPr>
            <a:cxnSpLocks/>
          </p:cNvCxnSpPr>
          <p:nvPr/>
        </p:nvCxnSpPr>
        <p:spPr>
          <a:xfrm>
            <a:off x="3932928" y="1224804"/>
            <a:ext cx="0" cy="2808000"/>
          </a:xfrm>
          <a:prstGeom prst="line">
            <a:avLst/>
          </a:prstGeom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ECB051D5-C8E9-4B89-88C3-22E5379648A9}"/>
              </a:ext>
            </a:extLst>
          </p:cNvPr>
          <p:cNvCxnSpPr>
            <a:cxnSpLocks/>
          </p:cNvCxnSpPr>
          <p:nvPr/>
        </p:nvCxnSpPr>
        <p:spPr>
          <a:xfrm>
            <a:off x="6624489" y="1218454"/>
            <a:ext cx="0" cy="2808000"/>
          </a:xfrm>
          <a:prstGeom prst="line">
            <a:avLst/>
          </a:prstGeom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F946C9A1-714D-4C9F-BC2D-3E5470C0BD46}"/>
              </a:ext>
            </a:extLst>
          </p:cNvPr>
          <p:cNvSpPr txBox="1"/>
          <p:nvPr/>
        </p:nvSpPr>
        <p:spPr>
          <a:xfrm>
            <a:off x="3022307" y="4102654"/>
            <a:ext cx="1821242" cy="72547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ctr"/>
            <a:r>
              <a:rPr lang="de-DE" b="1" dirty="0">
                <a:latin typeface="Barlow Semi Condensed" pitchFamily="2" charset="77"/>
              </a:rPr>
              <a:t>Client 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54B9C6D-251F-4A4D-A052-3603CA2F97D7}"/>
              </a:ext>
            </a:extLst>
          </p:cNvPr>
          <p:cNvSpPr txBox="1"/>
          <p:nvPr/>
        </p:nvSpPr>
        <p:spPr>
          <a:xfrm>
            <a:off x="5721489" y="4102302"/>
            <a:ext cx="1821242" cy="72547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ctr"/>
            <a:r>
              <a:rPr lang="de-DE" b="1" dirty="0">
                <a:latin typeface="Barlow Semi Condensed" pitchFamily="2" charset="77"/>
              </a:rPr>
              <a:t>Server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5D862EFC-D327-4996-BDEA-D96405B9820B}"/>
              </a:ext>
            </a:extLst>
          </p:cNvPr>
          <p:cNvCxnSpPr>
            <a:cxnSpLocks/>
          </p:cNvCxnSpPr>
          <p:nvPr/>
        </p:nvCxnSpPr>
        <p:spPr>
          <a:xfrm>
            <a:off x="3932928" y="1292899"/>
            <a:ext cx="2691561" cy="4608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9AAB7515-7B71-40E4-BA6F-C37978EECF96}"/>
              </a:ext>
            </a:extLst>
          </p:cNvPr>
          <p:cNvCxnSpPr>
            <a:cxnSpLocks/>
          </p:cNvCxnSpPr>
          <p:nvPr/>
        </p:nvCxnSpPr>
        <p:spPr>
          <a:xfrm flipH="1">
            <a:off x="3932928" y="1840017"/>
            <a:ext cx="2691562" cy="22881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5739FEE4-595E-43A7-B4DA-EC6A13484985}"/>
              </a:ext>
            </a:extLst>
          </p:cNvPr>
          <p:cNvCxnSpPr>
            <a:cxnSpLocks/>
          </p:cNvCxnSpPr>
          <p:nvPr/>
        </p:nvCxnSpPr>
        <p:spPr>
          <a:xfrm>
            <a:off x="3932928" y="3188368"/>
            <a:ext cx="2691562" cy="360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F9E8AB8E-4C2F-4DB0-AE08-56B16FBB343A}"/>
              </a:ext>
            </a:extLst>
          </p:cNvPr>
          <p:cNvCxnSpPr>
            <a:cxnSpLocks/>
          </p:cNvCxnSpPr>
          <p:nvPr/>
        </p:nvCxnSpPr>
        <p:spPr>
          <a:xfrm flipH="1">
            <a:off x="3932928" y="3635054"/>
            <a:ext cx="2691563" cy="29591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6A57EA5F-48A9-4E2C-B8EC-644D191C6E29}"/>
              </a:ext>
            </a:extLst>
          </p:cNvPr>
          <p:cNvCxnSpPr>
            <a:cxnSpLocks/>
          </p:cNvCxnSpPr>
          <p:nvPr/>
        </p:nvCxnSpPr>
        <p:spPr>
          <a:xfrm>
            <a:off x="3932928" y="2161699"/>
            <a:ext cx="0" cy="523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C109176D-F5A2-4C4A-B6F7-07850E38E467}"/>
              </a:ext>
            </a:extLst>
          </p:cNvPr>
          <p:cNvCxnSpPr>
            <a:cxnSpLocks/>
          </p:cNvCxnSpPr>
          <p:nvPr/>
        </p:nvCxnSpPr>
        <p:spPr>
          <a:xfrm>
            <a:off x="3933460" y="2240280"/>
            <a:ext cx="0" cy="523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19AB4A84-52AD-40C3-B53C-FA1BFD3D3182}"/>
              </a:ext>
            </a:extLst>
          </p:cNvPr>
          <p:cNvCxnSpPr>
            <a:cxnSpLocks/>
          </p:cNvCxnSpPr>
          <p:nvPr/>
        </p:nvCxnSpPr>
        <p:spPr>
          <a:xfrm>
            <a:off x="3932928" y="2314099"/>
            <a:ext cx="0" cy="523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9E7E236C-5E33-4469-82CB-4E7DE992A210}"/>
              </a:ext>
            </a:extLst>
          </p:cNvPr>
          <p:cNvCxnSpPr>
            <a:cxnSpLocks/>
          </p:cNvCxnSpPr>
          <p:nvPr/>
        </p:nvCxnSpPr>
        <p:spPr>
          <a:xfrm>
            <a:off x="3933992" y="2390300"/>
            <a:ext cx="0" cy="523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9F65F0C6-EA29-487C-849C-A94D6B592D26}"/>
              </a:ext>
            </a:extLst>
          </p:cNvPr>
          <p:cNvCxnSpPr>
            <a:cxnSpLocks/>
          </p:cNvCxnSpPr>
          <p:nvPr/>
        </p:nvCxnSpPr>
        <p:spPr>
          <a:xfrm>
            <a:off x="3932928" y="2795111"/>
            <a:ext cx="0" cy="5238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C90B2B0E-DEFD-46C1-AD61-1221C7B62403}"/>
              </a:ext>
            </a:extLst>
          </p:cNvPr>
          <p:cNvCxnSpPr>
            <a:cxnSpLocks/>
          </p:cNvCxnSpPr>
          <p:nvPr/>
        </p:nvCxnSpPr>
        <p:spPr>
          <a:xfrm>
            <a:off x="3933460" y="2873692"/>
            <a:ext cx="0" cy="5238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FE7FF592-AD19-4510-B50E-C060053E6C1A}"/>
              </a:ext>
            </a:extLst>
          </p:cNvPr>
          <p:cNvCxnSpPr>
            <a:cxnSpLocks/>
          </p:cNvCxnSpPr>
          <p:nvPr/>
        </p:nvCxnSpPr>
        <p:spPr>
          <a:xfrm>
            <a:off x="3932928" y="2952274"/>
            <a:ext cx="0" cy="5238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007A2D20-5BE9-41F7-9925-822CA22923B8}"/>
              </a:ext>
            </a:extLst>
          </p:cNvPr>
          <p:cNvCxnSpPr>
            <a:cxnSpLocks/>
          </p:cNvCxnSpPr>
          <p:nvPr/>
        </p:nvCxnSpPr>
        <p:spPr>
          <a:xfrm>
            <a:off x="3933992" y="3028475"/>
            <a:ext cx="0" cy="5238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feld 41">
            <a:extLst>
              <a:ext uri="{FF2B5EF4-FFF2-40B4-BE49-F238E27FC236}">
                <a16:creationId xmlns:a16="http://schemas.microsoft.com/office/drawing/2014/main" id="{2D9BEED2-E9AF-40D6-86EF-FD846382F549}"/>
              </a:ext>
            </a:extLst>
          </p:cNvPr>
          <p:cNvSpPr txBox="1"/>
          <p:nvPr/>
        </p:nvSpPr>
        <p:spPr>
          <a:xfrm>
            <a:off x="1589803" y="2174412"/>
            <a:ext cx="2292586" cy="72547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ctr"/>
            <a:r>
              <a:rPr lang="de-DE" dirty="0">
                <a:solidFill>
                  <a:srgbClr val="FF0000"/>
                </a:solidFill>
                <a:latin typeface="Barlow Semi Condensed" pitchFamily="2" charset="77"/>
              </a:rPr>
              <a:t>Client </a:t>
            </a:r>
            <a:r>
              <a:rPr lang="de-DE" dirty="0" err="1">
                <a:solidFill>
                  <a:srgbClr val="FF0000"/>
                </a:solidFill>
                <a:latin typeface="Barlow Semi Condensed" pitchFamily="2" charset="77"/>
              </a:rPr>
              <a:t>disconnect</a:t>
            </a:r>
            <a:r>
              <a:rPr lang="de-DE" dirty="0">
                <a:solidFill>
                  <a:srgbClr val="FF0000"/>
                </a:solidFill>
                <a:latin typeface="Barlow Semi Condensed" pitchFamily="2" charset="77"/>
              </a:rPr>
              <a:t> </a:t>
            </a:r>
            <a:r>
              <a:rPr lang="de-DE" dirty="0" err="1">
                <a:solidFill>
                  <a:srgbClr val="FF0000"/>
                </a:solidFill>
                <a:latin typeface="Barlow Semi Condensed" pitchFamily="2" charset="77"/>
              </a:rPr>
              <a:t>from</a:t>
            </a:r>
            <a:r>
              <a:rPr lang="de-DE" dirty="0">
                <a:solidFill>
                  <a:srgbClr val="FF0000"/>
                </a:solidFill>
                <a:latin typeface="Barlow Semi Condensed" pitchFamily="2" charset="77"/>
              </a:rPr>
              <a:t> network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13F7E25D-162E-4B7B-822E-DF8F64BAFB67}"/>
              </a:ext>
            </a:extLst>
          </p:cNvPr>
          <p:cNvSpPr txBox="1"/>
          <p:nvPr/>
        </p:nvSpPr>
        <p:spPr>
          <a:xfrm>
            <a:off x="1641406" y="2821305"/>
            <a:ext cx="2292586" cy="72547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ctr"/>
            <a:r>
              <a:rPr lang="de-DE" dirty="0">
                <a:solidFill>
                  <a:srgbClr val="00B050"/>
                </a:solidFill>
                <a:latin typeface="Barlow Semi Condensed" pitchFamily="2" charset="77"/>
              </a:rPr>
              <a:t>Client </a:t>
            </a:r>
            <a:r>
              <a:rPr lang="de-DE" dirty="0" err="1">
                <a:solidFill>
                  <a:srgbClr val="00B050"/>
                </a:solidFill>
                <a:latin typeface="Barlow Semi Condensed" pitchFamily="2" charset="77"/>
              </a:rPr>
              <a:t>reconnect</a:t>
            </a:r>
            <a:r>
              <a:rPr lang="de-DE" dirty="0">
                <a:solidFill>
                  <a:srgbClr val="00B050"/>
                </a:solidFill>
                <a:latin typeface="Barlow Semi Condensed" pitchFamily="2" charset="77"/>
              </a:rPr>
              <a:t> </a:t>
            </a:r>
            <a:r>
              <a:rPr lang="de-DE" dirty="0" err="1">
                <a:solidFill>
                  <a:srgbClr val="00B050"/>
                </a:solidFill>
                <a:latin typeface="Barlow Semi Condensed" pitchFamily="2" charset="77"/>
              </a:rPr>
              <a:t>to</a:t>
            </a:r>
            <a:r>
              <a:rPr lang="de-DE" dirty="0">
                <a:solidFill>
                  <a:srgbClr val="00B050"/>
                </a:solidFill>
                <a:latin typeface="Barlow Semi Condensed" pitchFamily="2" charset="77"/>
              </a:rPr>
              <a:t> network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1B952047-2CBF-4064-9D32-FB99084C462C}"/>
              </a:ext>
            </a:extLst>
          </p:cNvPr>
          <p:cNvSpPr txBox="1"/>
          <p:nvPr/>
        </p:nvSpPr>
        <p:spPr>
          <a:xfrm>
            <a:off x="3247390" y="2476574"/>
            <a:ext cx="686601" cy="25392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ctr"/>
            <a:r>
              <a:rPr lang="de-DE" i="1" dirty="0">
                <a:latin typeface="Barlow Semi Condensed" pitchFamily="2" charset="77"/>
              </a:rPr>
              <a:t>6s </a:t>
            </a:r>
            <a:r>
              <a:rPr lang="de-DE" i="1" dirty="0" err="1">
                <a:latin typeface="Barlow Semi Condensed" pitchFamily="2" charset="77"/>
              </a:rPr>
              <a:t>delay</a:t>
            </a:r>
            <a:endParaRPr lang="de-DE" i="1" dirty="0">
              <a:latin typeface="Barlow Semi Condensed" pitchFamily="2" charset="77"/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B500834D-CD0E-4771-B0B1-883E8F632354}"/>
              </a:ext>
            </a:extLst>
          </p:cNvPr>
          <p:cNvSpPr txBox="1"/>
          <p:nvPr/>
        </p:nvSpPr>
        <p:spPr>
          <a:xfrm rot="650966">
            <a:off x="4931596" y="1303839"/>
            <a:ext cx="686601" cy="25392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ctr"/>
            <a:r>
              <a:rPr lang="de-DE" b="1" i="1" dirty="0">
                <a:solidFill>
                  <a:schemeClr val="tx2"/>
                </a:solidFill>
                <a:latin typeface="Barlow Semi Condensed" pitchFamily="2" charset="77"/>
              </a:rPr>
              <a:t>1. Ping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6A6F9B5D-D580-41C9-B070-A00F639C16D3}"/>
              </a:ext>
            </a:extLst>
          </p:cNvPr>
          <p:cNvSpPr txBox="1"/>
          <p:nvPr/>
        </p:nvSpPr>
        <p:spPr>
          <a:xfrm rot="421102">
            <a:off x="4821905" y="3125781"/>
            <a:ext cx="686601" cy="25392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ctr"/>
            <a:r>
              <a:rPr lang="de-DE" b="1" i="1" dirty="0">
                <a:solidFill>
                  <a:schemeClr val="tx2"/>
                </a:solidFill>
                <a:latin typeface="Barlow Semi Condensed" pitchFamily="2" charset="77"/>
              </a:rPr>
              <a:t>2. Ping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59767C4C-4F51-4B9A-9361-B4D54CD2D130}"/>
              </a:ext>
            </a:extLst>
          </p:cNvPr>
          <p:cNvSpPr txBox="1"/>
          <p:nvPr/>
        </p:nvSpPr>
        <p:spPr>
          <a:xfrm rot="21316219">
            <a:off x="4849037" y="1959950"/>
            <a:ext cx="686601" cy="25392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ctr"/>
            <a:r>
              <a:rPr lang="de-DE" b="1" i="1" dirty="0">
                <a:solidFill>
                  <a:srgbClr val="FFC000"/>
                </a:solidFill>
                <a:latin typeface="Barlow Semi Condensed" pitchFamily="2" charset="77"/>
              </a:rPr>
              <a:t>1. Pong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99BF5E6F-84E6-4ACB-9EE8-D5E78B42BBAF}"/>
              </a:ext>
            </a:extLst>
          </p:cNvPr>
          <p:cNvSpPr txBox="1"/>
          <p:nvPr/>
        </p:nvSpPr>
        <p:spPr>
          <a:xfrm rot="21216977">
            <a:off x="4822857" y="3820394"/>
            <a:ext cx="686601" cy="25392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ctr"/>
            <a:r>
              <a:rPr lang="de-DE" b="1" i="1" dirty="0">
                <a:solidFill>
                  <a:srgbClr val="FFC000"/>
                </a:solidFill>
                <a:latin typeface="Barlow Semi Condensed" pitchFamily="2" charset="77"/>
              </a:rPr>
              <a:t>2. Pong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45569909-56F9-478C-8A38-3737BA7FA4D6}"/>
              </a:ext>
            </a:extLst>
          </p:cNvPr>
          <p:cNvSpPr txBox="1"/>
          <p:nvPr/>
        </p:nvSpPr>
        <p:spPr>
          <a:xfrm>
            <a:off x="136468" y="878752"/>
            <a:ext cx="1821242" cy="72547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ctr"/>
            <a:r>
              <a:rPr lang="de-DE" b="1" dirty="0">
                <a:latin typeface="Barlow Semi Condensed" pitchFamily="2" charset="77"/>
              </a:rPr>
              <a:t>Test Flow: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D08A762E-9515-4A5E-B964-62A3ACB6742E}"/>
              </a:ext>
            </a:extLst>
          </p:cNvPr>
          <p:cNvSpPr/>
          <p:nvPr/>
        </p:nvSpPr>
        <p:spPr>
          <a:xfrm>
            <a:off x="1508190" y="920114"/>
            <a:ext cx="5695060" cy="37395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74768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42" grpId="0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28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6DFE114-73A0-4940-84D9-946322BF0FAB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  <p:sp>
        <p:nvSpPr>
          <p:cNvPr id="9" name="PlaceHolder 1">
            <a:extLst>
              <a:ext uri="{FF2B5EF4-FFF2-40B4-BE49-F238E27FC236}">
                <a16:creationId xmlns:a16="http://schemas.microsoft.com/office/drawing/2014/main" id="{BF8F463F-892D-4927-B8F8-E0C2CE74F019}"/>
              </a:ext>
            </a:extLst>
          </p:cNvPr>
          <p:cNvSpPr txBox="1">
            <a:spLocks/>
          </p:cNvSpPr>
          <p:nvPr/>
        </p:nvSpPr>
        <p:spPr>
          <a:xfrm>
            <a:off x="629100" y="308636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 cap="none" baseline="0">
                <a:solidFill>
                  <a:srgbClr val="6638B6"/>
                </a:solidFill>
                <a:latin typeface="Barlow Semi Condensed" pitchFamily="2" charset="77"/>
                <a:ea typeface="+mj-ea"/>
                <a:cs typeface="Arial Black" panose="020B0604020202020204" pitchFamily="34" charset="0"/>
              </a:defRPr>
            </a:lvl1pPr>
          </a:lstStyle>
          <a:p>
            <a:r>
              <a:rPr lang="de-DE" dirty="0"/>
              <a:t>Codebeispiel: </a:t>
            </a:r>
            <a:r>
              <a:rPr lang="de-DE" dirty="0" err="1"/>
              <a:t>rpc_reconnect.robot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3BC2212-658A-4546-9745-AA3B5F380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0" y="1002832"/>
            <a:ext cx="8298950" cy="312393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24366517"/>
      </p:ext>
    </p:extLst>
  </p:cSld>
  <p:clrMapOvr>
    <a:masterClrMapping/>
  </p:clrMapOvr>
  <p:transition spd="slow">
    <p:cover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29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6DFE114-73A0-4940-84D9-946322BF0FAB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  <p:sp>
        <p:nvSpPr>
          <p:cNvPr id="9" name="PlaceHolder 1">
            <a:extLst>
              <a:ext uri="{FF2B5EF4-FFF2-40B4-BE49-F238E27FC236}">
                <a16:creationId xmlns:a16="http://schemas.microsoft.com/office/drawing/2014/main" id="{BF8F463F-892D-4927-B8F8-E0C2CE74F019}"/>
              </a:ext>
            </a:extLst>
          </p:cNvPr>
          <p:cNvSpPr txBox="1">
            <a:spLocks/>
          </p:cNvSpPr>
          <p:nvPr/>
        </p:nvSpPr>
        <p:spPr>
          <a:xfrm>
            <a:off x="629100" y="308636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 cap="none" baseline="0">
                <a:solidFill>
                  <a:srgbClr val="6638B6"/>
                </a:solidFill>
                <a:latin typeface="Barlow Semi Condensed" pitchFamily="2" charset="77"/>
                <a:ea typeface="+mj-ea"/>
                <a:cs typeface="Arial Black" panose="020B0604020202020204" pitchFamily="34" charset="0"/>
              </a:defRPr>
            </a:lvl1pPr>
          </a:lstStyle>
          <a:p>
            <a:r>
              <a:rPr lang="de-DE" dirty="0"/>
              <a:t>Codebeispiel: </a:t>
            </a:r>
            <a:r>
              <a:rPr lang="de-DE" dirty="0" err="1"/>
              <a:t>rpc_reconnect.robot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63651CA-BD6D-4CDD-8259-C99EB3F4C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099" y="1061444"/>
            <a:ext cx="8309827" cy="149887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89811941"/>
      </p:ext>
    </p:extLst>
  </p:cSld>
  <p:clrMapOvr>
    <a:masterClrMapping/>
  </p:clrMapOvr>
  <p:transition spd="slow">
    <p:cover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30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6DFE114-73A0-4940-84D9-946322BF0FAB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  <p:sp>
        <p:nvSpPr>
          <p:cNvPr id="9" name="PlaceHolder 1">
            <a:extLst>
              <a:ext uri="{FF2B5EF4-FFF2-40B4-BE49-F238E27FC236}">
                <a16:creationId xmlns:a16="http://schemas.microsoft.com/office/drawing/2014/main" id="{BF8F463F-892D-4927-B8F8-E0C2CE74F019}"/>
              </a:ext>
            </a:extLst>
          </p:cNvPr>
          <p:cNvSpPr txBox="1">
            <a:spLocks/>
          </p:cNvSpPr>
          <p:nvPr/>
        </p:nvSpPr>
        <p:spPr>
          <a:xfrm>
            <a:off x="629100" y="308636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 cap="none" baseline="0">
                <a:solidFill>
                  <a:srgbClr val="6638B6"/>
                </a:solidFill>
                <a:latin typeface="Barlow Semi Condensed" pitchFamily="2" charset="77"/>
                <a:ea typeface="+mj-ea"/>
                <a:cs typeface="Arial Black" panose="020B0604020202020204" pitchFamily="34" charset="0"/>
              </a:defRPr>
            </a:lvl1pPr>
          </a:lstStyle>
          <a:p>
            <a:r>
              <a:rPr lang="de-DE" dirty="0"/>
              <a:t>Codebeispiel: </a:t>
            </a:r>
            <a:r>
              <a:rPr lang="de-DE" dirty="0" err="1"/>
              <a:t>rpc_reconnect.robot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4FDDFD3-3D9F-4617-8638-9E07EBDBB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099" y="1028700"/>
            <a:ext cx="8323873" cy="268986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35564770"/>
      </p:ext>
    </p:extLst>
  </p:cSld>
  <p:clrMapOvr>
    <a:masterClrMapping/>
  </p:clrMapOvr>
  <p:transition spd="slow">
    <p:cover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31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6DFE114-73A0-4940-84D9-946322BF0FAB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  <p:sp>
        <p:nvSpPr>
          <p:cNvPr id="9" name="PlaceHolder 1">
            <a:extLst>
              <a:ext uri="{FF2B5EF4-FFF2-40B4-BE49-F238E27FC236}">
                <a16:creationId xmlns:a16="http://schemas.microsoft.com/office/drawing/2014/main" id="{BF8F463F-892D-4927-B8F8-E0C2CE74F019}"/>
              </a:ext>
            </a:extLst>
          </p:cNvPr>
          <p:cNvSpPr txBox="1">
            <a:spLocks/>
          </p:cNvSpPr>
          <p:nvPr/>
        </p:nvSpPr>
        <p:spPr>
          <a:xfrm>
            <a:off x="629100" y="308636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 cap="none" baseline="0">
                <a:solidFill>
                  <a:srgbClr val="6638B6"/>
                </a:solidFill>
                <a:latin typeface="Barlow Semi Condensed" pitchFamily="2" charset="77"/>
                <a:ea typeface="+mj-ea"/>
                <a:cs typeface="Arial Black" panose="020B0604020202020204" pitchFamily="34" charset="0"/>
              </a:defRPr>
            </a:lvl1pPr>
          </a:lstStyle>
          <a:p>
            <a:r>
              <a:rPr lang="de-DE" dirty="0"/>
              <a:t>Codebeispiel: DockerLibrary.py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A02BB89-A5A2-40B9-B57D-71141C509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0" y="1015702"/>
            <a:ext cx="8289779" cy="1845579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48603372"/>
      </p:ext>
    </p:extLst>
  </p:cSld>
  <p:clrMapOvr>
    <a:masterClrMapping/>
  </p:clrMapOvr>
  <p:transition spd="slow">
    <p:cover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28560" y="217146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sz="2400" dirty="0"/>
              <a:t>Automatisierte Testfallgenerierung</a:t>
            </a:r>
            <a:br>
              <a:rPr lang="de-DE" sz="2400" dirty="0"/>
            </a:br>
            <a:endParaRPr lang="de-DE" b="1" dirty="0"/>
          </a:p>
        </p:txBody>
      </p:sp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32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6DFE114-73A0-4940-84D9-946322BF0FAB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1AE2E29-0CE6-4BC4-9A43-5C1F4DE49058}"/>
              </a:ext>
            </a:extLst>
          </p:cNvPr>
          <p:cNvSpPr txBox="1"/>
          <p:nvPr/>
        </p:nvSpPr>
        <p:spPr>
          <a:xfrm>
            <a:off x="628560" y="987774"/>
            <a:ext cx="6874203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400" dirty="0"/>
              <a:t>Eigene Python-</a:t>
            </a:r>
            <a:r>
              <a:rPr lang="de-DE" sz="1400" dirty="0" err="1"/>
              <a:t>Toolchain</a:t>
            </a:r>
            <a:r>
              <a:rPr lang="de-DE" sz="1400" dirty="0"/>
              <a:t> mit </a:t>
            </a:r>
            <a:r>
              <a:rPr lang="de-DE" sz="1400" b="1" dirty="0" err="1"/>
              <a:t>Jinja</a:t>
            </a:r>
            <a:r>
              <a:rPr lang="de-DE" sz="1400" b="1" dirty="0"/>
              <a:t>-Templates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de-DE" sz="1400" b="1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400" b="1" dirty="0"/>
              <a:t>Ein Befehl</a:t>
            </a:r>
            <a:r>
              <a:rPr lang="de-DE" sz="1400" dirty="0"/>
              <a:t>      </a:t>
            </a:r>
            <a:r>
              <a:rPr lang="de-DE" sz="1400" dirty="0">
                <a:sym typeface="Wingdings" panose="05000000000000000000" pitchFamily="2" charset="2"/>
              </a:rPr>
              <a:t></a:t>
            </a:r>
            <a:r>
              <a:rPr lang="de-DE" sz="1400" dirty="0"/>
              <a:t> generiert vollständigen Testfall-Ordner</a:t>
            </a:r>
          </a:p>
          <a:p>
            <a:pPr>
              <a:spcAft>
                <a:spcPts val="600"/>
              </a:spcAft>
            </a:pPr>
            <a:r>
              <a:rPr lang="de-DE" sz="1400" dirty="0">
                <a:sym typeface="Wingdings" panose="05000000000000000000" pitchFamily="2" charset="2"/>
              </a:rPr>
              <a:t>		 </a:t>
            </a:r>
            <a:r>
              <a:rPr lang="de-DE" sz="1400" dirty="0"/>
              <a:t>inkl. Robot-Testdatei, C++ Code, </a:t>
            </a:r>
            <a:r>
              <a:rPr lang="de-DE" sz="1400" dirty="0" err="1"/>
              <a:t>Build</a:t>
            </a:r>
            <a:r>
              <a:rPr lang="de-DE" sz="1400" dirty="0"/>
              <a:t>-/Start-Skripte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400" dirty="0"/>
              <a:t>Jede Datei enthält Beispielcode oder Hinweise zur Bearbeitung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de-DE" sz="14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400" b="1" dirty="0"/>
              <a:t>Vorteile:</a:t>
            </a:r>
          </a:p>
          <a:p>
            <a:pPr lvl="1">
              <a:spcAft>
                <a:spcPts val="600"/>
              </a:spcAft>
            </a:pPr>
            <a:r>
              <a:rPr lang="de-DE" sz="1400" dirty="0"/>
              <a:t>+ Konsistenz &amp; weniger manueller Aufwand</a:t>
            </a:r>
          </a:p>
          <a:p>
            <a:pPr lvl="1">
              <a:spcAft>
                <a:spcPts val="600"/>
              </a:spcAft>
            </a:pPr>
            <a:r>
              <a:rPr lang="de-DE" sz="1400" dirty="0"/>
              <a:t>+ Schnellere Einarbeitung für neue Entwickler</a:t>
            </a:r>
            <a:endParaRPr lang="de-DE" sz="1400" b="1" dirty="0"/>
          </a:p>
        </p:txBody>
      </p:sp>
    </p:spTree>
    <p:extLst>
      <p:ext uri="{BB962C8B-B14F-4D97-AF65-F5344CB8AC3E}">
        <p14:creationId xmlns:p14="http://schemas.microsoft.com/office/powerpoint/2010/main" val="983879660"/>
      </p:ext>
    </p:extLst>
  </p:cSld>
  <p:clrMapOvr>
    <a:masterClrMapping/>
  </p:clrMapOvr>
  <p:transition spd="slow">
    <p:cover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hteck 157">
            <a:extLst>
              <a:ext uri="{FF2B5EF4-FFF2-40B4-BE49-F238E27FC236}">
                <a16:creationId xmlns:a16="http://schemas.microsoft.com/office/drawing/2014/main" id="{A95F4D3C-413A-4271-BAF5-A2F36B28703E}"/>
              </a:ext>
            </a:extLst>
          </p:cNvPr>
          <p:cNvSpPr/>
          <p:nvPr/>
        </p:nvSpPr>
        <p:spPr>
          <a:xfrm>
            <a:off x="830580" y="1432559"/>
            <a:ext cx="6672183" cy="37947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28560" y="217146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sz="2400" dirty="0"/>
              <a:t>CI/CD &amp; Testautomatisierung</a:t>
            </a:r>
            <a:br>
              <a:rPr lang="de-DE" sz="2400" dirty="0"/>
            </a:br>
            <a:br>
              <a:rPr lang="de-DE" sz="2400" dirty="0"/>
            </a:br>
            <a:endParaRPr lang="de-DE" b="1" dirty="0"/>
          </a:p>
        </p:txBody>
      </p:sp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33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6DFE114-73A0-4940-84D9-946322BF0FAB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1AE2E29-0CE6-4BC4-9A43-5C1F4DE49058}"/>
              </a:ext>
            </a:extLst>
          </p:cNvPr>
          <p:cNvSpPr txBox="1"/>
          <p:nvPr/>
        </p:nvSpPr>
        <p:spPr>
          <a:xfrm>
            <a:off x="628560" y="690430"/>
            <a:ext cx="687420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400" b="1" dirty="0"/>
              <a:t>Ziel</a:t>
            </a:r>
            <a:r>
              <a:rPr lang="de-DE" sz="1400" dirty="0"/>
              <a:t>: Vollständig automatisierte und reproduzierbare Tests 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400" dirty="0"/>
              <a:t>Technologie: </a:t>
            </a:r>
            <a:r>
              <a:rPr lang="de-DE" sz="1400" b="1" dirty="0"/>
              <a:t>GitHub Actions </a:t>
            </a:r>
            <a:r>
              <a:rPr lang="de-DE" sz="1400" dirty="0"/>
              <a:t>+ Docker + Robot Framework  </a:t>
            </a:r>
          </a:p>
          <a:p>
            <a:pPr>
              <a:spcAft>
                <a:spcPts val="600"/>
              </a:spcAft>
            </a:pPr>
            <a:endParaRPr lang="de-DE" sz="14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5E34E83-3128-428D-91B2-C7F2B347E6D2}"/>
              </a:ext>
            </a:extLst>
          </p:cNvPr>
          <p:cNvSpPr txBox="1"/>
          <p:nvPr/>
        </p:nvSpPr>
        <p:spPr>
          <a:xfrm>
            <a:off x="1084204" y="1742874"/>
            <a:ext cx="1225532" cy="780583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algn="ctr"/>
            <a:r>
              <a:rPr lang="de-DE" sz="1400" b="1" dirty="0" err="1">
                <a:latin typeface="Barlow Semi Condensed" pitchFamily="2" charset="77"/>
              </a:rPr>
              <a:t>eCAL</a:t>
            </a:r>
            <a:endParaRPr lang="de-DE" sz="1400" b="1" dirty="0">
              <a:latin typeface="Barlow Semi Condensed" pitchFamily="2" charset="77"/>
            </a:endParaRPr>
          </a:p>
          <a:p>
            <a:pPr algn="ctr"/>
            <a:r>
              <a:rPr lang="de-DE" sz="1400" b="1" dirty="0">
                <a:latin typeface="Barlow Semi Condensed" pitchFamily="2" charset="77"/>
              </a:rPr>
              <a:t>Repository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834F586-600B-428A-ADEB-3488A0CA22B7}"/>
              </a:ext>
            </a:extLst>
          </p:cNvPr>
          <p:cNvSpPr txBox="1"/>
          <p:nvPr/>
        </p:nvSpPr>
        <p:spPr>
          <a:xfrm>
            <a:off x="5980566" y="1622198"/>
            <a:ext cx="1220167" cy="935872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algn="ctr"/>
            <a:r>
              <a:rPr lang="de-DE" sz="1400" b="1" dirty="0" err="1">
                <a:latin typeface="Barlow Semi Condensed" pitchFamily="2" charset="77"/>
              </a:rPr>
              <a:t>ecal</a:t>
            </a:r>
            <a:r>
              <a:rPr lang="de-DE" sz="1400" b="1" dirty="0">
                <a:latin typeface="Barlow Semi Condensed" pitchFamily="2" charset="77"/>
              </a:rPr>
              <a:t>-test-suite</a:t>
            </a:r>
          </a:p>
          <a:p>
            <a:pPr algn="ctr"/>
            <a:r>
              <a:rPr lang="de-DE" sz="1400" b="1" dirty="0" err="1">
                <a:latin typeface="Barlow Semi Condensed" pitchFamily="2" charset="77"/>
              </a:rPr>
              <a:t>Repositroy</a:t>
            </a:r>
            <a:endParaRPr lang="de-DE" sz="1400" b="1" dirty="0">
              <a:latin typeface="Barlow Semi Condensed" pitchFamily="2" charset="77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12FEA44-BC2D-4F63-A254-B595694E9F00}"/>
              </a:ext>
            </a:extLst>
          </p:cNvPr>
          <p:cNvSpPr txBox="1"/>
          <p:nvPr/>
        </p:nvSpPr>
        <p:spPr>
          <a:xfrm>
            <a:off x="5980565" y="2967108"/>
            <a:ext cx="1220168" cy="935872"/>
          </a:xfrm>
          <a:prstGeom prst="rect">
            <a:avLst/>
          </a:prstGeom>
          <a:solidFill>
            <a:srgbClr val="F0F0F0"/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algn="ctr"/>
            <a:r>
              <a:rPr lang="de-DE" sz="1200" b="1" dirty="0">
                <a:latin typeface="Barlow Semi Condensed" pitchFamily="2" charset="77"/>
              </a:rPr>
              <a:t>CI RUN:</a:t>
            </a:r>
          </a:p>
          <a:p>
            <a:pPr algn="ctr"/>
            <a:r>
              <a:rPr lang="de-DE" sz="1200" dirty="0">
                <a:latin typeface="Barlow Semi Condensed" pitchFamily="2" charset="77"/>
              </a:rPr>
              <a:t>Docker </a:t>
            </a:r>
          </a:p>
          <a:p>
            <a:pPr algn="ctr"/>
            <a:r>
              <a:rPr lang="de-DE" sz="1200" dirty="0">
                <a:latin typeface="Barlow Semi Condensed" pitchFamily="2" charset="77"/>
              </a:rPr>
              <a:t>+</a:t>
            </a:r>
          </a:p>
          <a:p>
            <a:pPr algn="ctr"/>
            <a:r>
              <a:rPr lang="de-DE" sz="1200" dirty="0">
                <a:latin typeface="Barlow Semi Condensed" pitchFamily="2" charset="77"/>
              </a:rPr>
              <a:t> Robot Framework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1A206B1-785C-462F-9934-33ED6590BDBA}"/>
              </a:ext>
            </a:extLst>
          </p:cNvPr>
          <p:cNvSpPr txBox="1"/>
          <p:nvPr/>
        </p:nvSpPr>
        <p:spPr>
          <a:xfrm>
            <a:off x="5975202" y="4232448"/>
            <a:ext cx="1225531" cy="817531"/>
          </a:xfrm>
          <a:prstGeom prst="rect">
            <a:avLst/>
          </a:prstGeom>
          <a:solidFill>
            <a:srgbClr val="F0F0F0"/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algn="ctr"/>
            <a:r>
              <a:rPr lang="de-DE" sz="1200" b="1" dirty="0">
                <a:latin typeface="Barlow Semi Condensed" pitchFamily="2" charset="77"/>
              </a:rPr>
              <a:t>Reports: </a:t>
            </a:r>
          </a:p>
          <a:p>
            <a:pPr algn="ctr"/>
            <a:r>
              <a:rPr lang="de-DE" sz="1200" dirty="0">
                <a:latin typeface="Barlow Semi Condensed" pitchFamily="2" charset="77"/>
              </a:rPr>
              <a:t>Upload auf </a:t>
            </a:r>
          </a:p>
          <a:p>
            <a:pPr algn="ctr"/>
            <a:r>
              <a:rPr lang="de-DE" sz="1200" dirty="0">
                <a:latin typeface="Barlow Semi Condensed" pitchFamily="2" charset="77"/>
              </a:rPr>
              <a:t>GitHub Pages</a:t>
            </a:r>
          </a:p>
        </p:txBody>
      </p:sp>
      <p:cxnSp>
        <p:nvCxnSpPr>
          <p:cNvPr id="17" name="Gerade Verbindung mit Pfeil 10">
            <a:extLst>
              <a:ext uri="{FF2B5EF4-FFF2-40B4-BE49-F238E27FC236}">
                <a16:creationId xmlns:a16="http://schemas.microsoft.com/office/drawing/2014/main" id="{8DE57D0B-2683-4210-984B-F9224D38A47D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 flipH="1">
            <a:off x="6587968" y="3902980"/>
            <a:ext cx="2681" cy="329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2F4C37D7-FDFA-43ED-8302-8997E2BBF45B}"/>
              </a:ext>
            </a:extLst>
          </p:cNvPr>
          <p:cNvCxnSpPr>
            <a:cxnSpLocks/>
            <a:stCxn id="27" idx="2"/>
            <a:endCxn id="20" idx="0"/>
          </p:cNvCxnSpPr>
          <p:nvPr/>
        </p:nvCxnSpPr>
        <p:spPr>
          <a:xfrm>
            <a:off x="1696968" y="3621714"/>
            <a:ext cx="1" cy="610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DACCB1CC-C04F-47B9-A696-BF4E83557E9D}"/>
              </a:ext>
            </a:extLst>
          </p:cNvPr>
          <p:cNvSpPr txBox="1"/>
          <p:nvPr/>
        </p:nvSpPr>
        <p:spPr>
          <a:xfrm>
            <a:off x="1084203" y="4232448"/>
            <a:ext cx="1225532" cy="523696"/>
          </a:xfrm>
          <a:prstGeom prst="rect">
            <a:avLst/>
          </a:prstGeom>
          <a:solidFill>
            <a:srgbClr val="F0F0F0"/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algn="ctr"/>
            <a:r>
              <a:rPr lang="de-DE" sz="1200" dirty="0">
                <a:latin typeface="Barlow Semi Condensed" pitchFamily="2" charset="77"/>
              </a:rPr>
              <a:t>Dispatch: </a:t>
            </a:r>
          </a:p>
          <a:p>
            <a:pPr algn="ctr"/>
            <a:r>
              <a:rPr lang="de-DE" sz="1200" dirty="0" err="1">
                <a:latin typeface="Barlow Semi Condensed" pitchFamily="2" charset="77"/>
              </a:rPr>
              <a:t>ecal</a:t>
            </a:r>
            <a:r>
              <a:rPr lang="de-DE" sz="1200" dirty="0">
                <a:latin typeface="Barlow Semi Condensed" pitchFamily="2" charset="77"/>
              </a:rPr>
              <a:t>-test-suite</a:t>
            </a:r>
          </a:p>
        </p:txBody>
      </p:sp>
      <p:cxnSp>
        <p:nvCxnSpPr>
          <p:cNvPr id="26" name="Gerade Verbindung mit Pfeil 10">
            <a:extLst>
              <a:ext uri="{FF2B5EF4-FFF2-40B4-BE49-F238E27FC236}">
                <a16:creationId xmlns:a16="http://schemas.microsoft.com/office/drawing/2014/main" id="{95D8A0C4-BC66-4012-8F33-8C0BC37B3FA4}"/>
              </a:ext>
            </a:extLst>
          </p:cNvPr>
          <p:cNvCxnSpPr>
            <a:cxnSpLocks/>
            <a:stCxn id="10" idx="2"/>
            <a:endCxn id="27" idx="0"/>
          </p:cNvCxnSpPr>
          <p:nvPr/>
        </p:nvCxnSpPr>
        <p:spPr>
          <a:xfrm flipH="1">
            <a:off x="1696968" y="2523457"/>
            <a:ext cx="2" cy="5620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57B9499F-4D14-4E84-A064-6EABBCC2DCCE}"/>
              </a:ext>
            </a:extLst>
          </p:cNvPr>
          <p:cNvSpPr txBox="1"/>
          <p:nvPr/>
        </p:nvSpPr>
        <p:spPr>
          <a:xfrm>
            <a:off x="1084202" y="3085514"/>
            <a:ext cx="1225532" cy="536200"/>
          </a:xfrm>
          <a:prstGeom prst="rect">
            <a:avLst/>
          </a:prstGeom>
          <a:solidFill>
            <a:srgbClr val="F0F0F0"/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algn="ctr"/>
            <a:r>
              <a:rPr lang="de-DE" sz="1200" dirty="0">
                <a:latin typeface="Barlow Semi Condensed" pitchFamily="2" charset="77"/>
              </a:rPr>
              <a:t>Action Trigger:</a:t>
            </a:r>
            <a:br>
              <a:rPr lang="de-DE" sz="1200" dirty="0">
                <a:latin typeface="Barlow Semi Condensed" pitchFamily="2" charset="77"/>
              </a:rPr>
            </a:br>
            <a:r>
              <a:rPr lang="de-DE" sz="1200" dirty="0">
                <a:latin typeface="Barlow Semi Condensed" pitchFamily="2" charset="77"/>
              </a:rPr>
              <a:t>PR auf Master</a:t>
            </a:r>
          </a:p>
        </p:txBody>
      </p:sp>
      <p:cxnSp>
        <p:nvCxnSpPr>
          <p:cNvPr id="51" name="Gerade Verbindung mit Pfeil 10">
            <a:extLst>
              <a:ext uri="{FF2B5EF4-FFF2-40B4-BE49-F238E27FC236}">
                <a16:creationId xmlns:a16="http://schemas.microsoft.com/office/drawing/2014/main" id="{9106BBF6-11AA-4CC4-BD78-0BB3735F487C}"/>
              </a:ext>
            </a:extLst>
          </p:cNvPr>
          <p:cNvCxnSpPr>
            <a:cxnSpLocks/>
            <a:stCxn id="20" idx="3"/>
            <a:endCxn id="11" idx="1"/>
          </p:cNvCxnSpPr>
          <p:nvPr/>
        </p:nvCxnSpPr>
        <p:spPr>
          <a:xfrm flipV="1">
            <a:off x="2309735" y="2090134"/>
            <a:ext cx="3670831" cy="2404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10">
            <a:extLst>
              <a:ext uri="{FF2B5EF4-FFF2-40B4-BE49-F238E27FC236}">
                <a16:creationId xmlns:a16="http://schemas.microsoft.com/office/drawing/2014/main" id="{91AE4106-2D22-46DC-9546-21E3C9F95E35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flipH="1">
            <a:off x="6590649" y="2558070"/>
            <a:ext cx="1" cy="409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Gerade Verbindung mit Pfeil 10">
            <a:extLst>
              <a:ext uri="{FF2B5EF4-FFF2-40B4-BE49-F238E27FC236}">
                <a16:creationId xmlns:a16="http://schemas.microsoft.com/office/drawing/2014/main" id="{D1A5B968-FBAF-4C16-BA6E-58A40F22C983}"/>
              </a:ext>
            </a:extLst>
          </p:cNvPr>
          <p:cNvCxnSpPr>
            <a:cxnSpLocks/>
            <a:stCxn id="13" idx="1"/>
            <a:endCxn id="82" idx="3"/>
          </p:cNvCxnSpPr>
          <p:nvPr/>
        </p:nvCxnSpPr>
        <p:spPr>
          <a:xfrm flipH="1" flipV="1">
            <a:off x="4253940" y="2133165"/>
            <a:ext cx="1726625" cy="1301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feld 81">
            <a:extLst>
              <a:ext uri="{FF2B5EF4-FFF2-40B4-BE49-F238E27FC236}">
                <a16:creationId xmlns:a16="http://schemas.microsoft.com/office/drawing/2014/main" id="{B966B48A-0467-4919-B83E-95DDFD868712}"/>
              </a:ext>
            </a:extLst>
          </p:cNvPr>
          <p:cNvSpPr txBox="1"/>
          <p:nvPr/>
        </p:nvSpPr>
        <p:spPr>
          <a:xfrm>
            <a:off x="3028409" y="1724399"/>
            <a:ext cx="1225531" cy="817531"/>
          </a:xfrm>
          <a:prstGeom prst="rect">
            <a:avLst/>
          </a:prstGeom>
          <a:solidFill>
            <a:srgbClr val="F0F0F0"/>
          </a:solidFill>
          <a:ln>
            <a:solidFill>
              <a:srgbClr val="00B050"/>
            </a:solidFill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algn="ctr"/>
            <a:r>
              <a:rPr lang="de-DE" sz="1200" dirty="0">
                <a:latin typeface="Barlow Semi Condensed" pitchFamily="2" charset="77"/>
              </a:rPr>
              <a:t>Status back </a:t>
            </a:r>
          </a:p>
          <a:p>
            <a:pPr algn="ctr"/>
            <a:r>
              <a:rPr lang="de-DE" sz="1200" dirty="0" err="1">
                <a:latin typeface="Barlow Semi Condensed" pitchFamily="2" charset="77"/>
              </a:rPr>
              <a:t>to</a:t>
            </a:r>
            <a:r>
              <a:rPr lang="de-DE" sz="1200" dirty="0">
                <a:latin typeface="Barlow Semi Condensed" pitchFamily="2" charset="77"/>
              </a:rPr>
              <a:t> </a:t>
            </a:r>
            <a:r>
              <a:rPr lang="de-DE" sz="1200" dirty="0" err="1">
                <a:latin typeface="Barlow Semi Condensed" pitchFamily="2" charset="77"/>
              </a:rPr>
              <a:t>eCAL</a:t>
            </a:r>
            <a:endParaRPr lang="de-DE" sz="1200" dirty="0">
              <a:latin typeface="Barlow Semi Condensed" pitchFamily="2" charset="77"/>
            </a:endParaRPr>
          </a:p>
          <a:p>
            <a:pPr algn="ctr"/>
            <a:r>
              <a:rPr lang="de-DE" sz="1200" dirty="0">
                <a:latin typeface="Barlow Semi Condensed" pitchFamily="2" charset="77"/>
              </a:rPr>
              <a:t>(</a:t>
            </a:r>
            <a:r>
              <a:rPr lang="de-DE" sz="1200" dirty="0" err="1">
                <a:solidFill>
                  <a:srgbClr val="FF3300"/>
                </a:solidFill>
                <a:latin typeface="Barlow Semi Condensed" pitchFamily="2" charset="77"/>
              </a:rPr>
              <a:t>success</a:t>
            </a:r>
            <a:r>
              <a:rPr lang="de-DE" sz="1200" dirty="0">
                <a:latin typeface="Barlow Semi Condensed" pitchFamily="2" charset="77"/>
              </a:rPr>
              <a:t> / </a:t>
            </a:r>
            <a:r>
              <a:rPr lang="de-DE" sz="1200" dirty="0" err="1">
                <a:solidFill>
                  <a:srgbClr val="00B050"/>
                </a:solidFill>
                <a:latin typeface="Barlow Semi Condensed" pitchFamily="2" charset="77"/>
              </a:rPr>
              <a:t>failure</a:t>
            </a:r>
            <a:r>
              <a:rPr lang="de-DE" sz="1200" dirty="0">
                <a:latin typeface="Barlow Semi Condensed" pitchFamily="2" charset="77"/>
              </a:rPr>
              <a:t>)</a:t>
            </a:r>
          </a:p>
        </p:txBody>
      </p:sp>
      <p:cxnSp>
        <p:nvCxnSpPr>
          <p:cNvPr id="87" name="Gerade Verbindung mit Pfeil 10">
            <a:extLst>
              <a:ext uri="{FF2B5EF4-FFF2-40B4-BE49-F238E27FC236}">
                <a16:creationId xmlns:a16="http://schemas.microsoft.com/office/drawing/2014/main" id="{3976D835-2C4A-468F-A06B-1F0C8850C1F2}"/>
              </a:ext>
            </a:extLst>
          </p:cNvPr>
          <p:cNvCxnSpPr>
            <a:cxnSpLocks/>
            <a:stCxn id="82" idx="1"/>
            <a:endCxn id="10" idx="3"/>
          </p:cNvCxnSpPr>
          <p:nvPr/>
        </p:nvCxnSpPr>
        <p:spPr>
          <a:xfrm flipH="1">
            <a:off x="2309736" y="2133165"/>
            <a:ext cx="7186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feld 158">
            <a:extLst>
              <a:ext uri="{FF2B5EF4-FFF2-40B4-BE49-F238E27FC236}">
                <a16:creationId xmlns:a16="http://schemas.microsoft.com/office/drawing/2014/main" id="{33125FB5-0509-4A70-AA8E-84E375297991}"/>
              </a:ext>
            </a:extLst>
          </p:cNvPr>
          <p:cNvSpPr txBox="1"/>
          <p:nvPr/>
        </p:nvSpPr>
        <p:spPr>
          <a:xfrm>
            <a:off x="1535156" y="2712720"/>
            <a:ext cx="161814" cy="14478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 fontScale="77500" lnSpcReduction="20000"/>
          </a:bodyPr>
          <a:lstStyle/>
          <a:p>
            <a:pPr algn="l"/>
            <a:r>
              <a:rPr lang="de-DE" b="1" dirty="0">
                <a:latin typeface="Barlow Semi Condensed" pitchFamily="2" charset="77"/>
              </a:rPr>
              <a:t>1.</a:t>
            </a: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DF45056C-EBC5-4C40-8955-D95AA00C37E1}"/>
              </a:ext>
            </a:extLst>
          </p:cNvPr>
          <p:cNvSpPr txBox="1"/>
          <p:nvPr/>
        </p:nvSpPr>
        <p:spPr>
          <a:xfrm>
            <a:off x="1537911" y="3830590"/>
            <a:ext cx="161814" cy="14478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 fontScale="77500" lnSpcReduction="20000"/>
          </a:bodyPr>
          <a:lstStyle/>
          <a:p>
            <a:pPr algn="l"/>
            <a:r>
              <a:rPr lang="de-DE" b="1" dirty="0">
                <a:latin typeface="Barlow Semi Condensed" pitchFamily="2" charset="77"/>
              </a:rPr>
              <a:t>2.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1B9B5DB2-A730-4768-9318-BD038EA92886}"/>
              </a:ext>
            </a:extLst>
          </p:cNvPr>
          <p:cNvSpPr txBox="1"/>
          <p:nvPr/>
        </p:nvSpPr>
        <p:spPr>
          <a:xfrm>
            <a:off x="3866650" y="3257549"/>
            <a:ext cx="161814" cy="14478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 fontScale="77500" lnSpcReduction="20000"/>
          </a:bodyPr>
          <a:lstStyle/>
          <a:p>
            <a:pPr algn="l"/>
            <a:r>
              <a:rPr lang="de-DE" b="1" dirty="0">
                <a:latin typeface="Barlow Semi Condensed" pitchFamily="2" charset="77"/>
              </a:rPr>
              <a:t>3.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8D708554-5163-4F9F-8390-41F3F8BE22DA}"/>
              </a:ext>
            </a:extLst>
          </p:cNvPr>
          <p:cNvSpPr txBox="1"/>
          <p:nvPr/>
        </p:nvSpPr>
        <p:spPr>
          <a:xfrm>
            <a:off x="6430860" y="2694097"/>
            <a:ext cx="161814" cy="14478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 fontScale="77500" lnSpcReduction="20000"/>
          </a:bodyPr>
          <a:lstStyle/>
          <a:p>
            <a:pPr algn="l"/>
            <a:r>
              <a:rPr lang="de-DE" b="1" dirty="0">
                <a:latin typeface="Barlow Semi Condensed" pitchFamily="2" charset="77"/>
              </a:rPr>
              <a:t>4.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2738C72B-8A53-4C79-B23D-8F1545453ACC}"/>
              </a:ext>
            </a:extLst>
          </p:cNvPr>
          <p:cNvSpPr txBox="1"/>
          <p:nvPr/>
        </p:nvSpPr>
        <p:spPr>
          <a:xfrm>
            <a:off x="6428911" y="3987704"/>
            <a:ext cx="161814" cy="14478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 fontScale="77500" lnSpcReduction="20000"/>
          </a:bodyPr>
          <a:lstStyle/>
          <a:p>
            <a:pPr algn="l"/>
            <a:r>
              <a:rPr lang="de-DE" b="1" dirty="0">
                <a:latin typeface="Barlow Semi Condensed" pitchFamily="2" charset="77"/>
              </a:rPr>
              <a:t>5.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FDCB5368-4ECD-41EC-A2C0-58AB0F19A7CF}"/>
              </a:ext>
            </a:extLst>
          </p:cNvPr>
          <p:cNvSpPr txBox="1"/>
          <p:nvPr/>
        </p:nvSpPr>
        <p:spPr>
          <a:xfrm>
            <a:off x="5370482" y="3085514"/>
            <a:ext cx="161814" cy="14478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 fontScale="77500" lnSpcReduction="20000"/>
          </a:bodyPr>
          <a:lstStyle/>
          <a:p>
            <a:pPr algn="l"/>
            <a:r>
              <a:rPr lang="de-DE" b="1" dirty="0">
                <a:latin typeface="Barlow Semi Condensed" pitchFamily="2" charset="77"/>
              </a:rPr>
              <a:t>6.</a:t>
            </a:r>
          </a:p>
        </p:txBody>
      </p:sp>
      <p:sp>
        <p:nvSpPr>
          <p:cNvPr id="105" name="Textfeld 104">
            <a:extLst>
              <a:ext uri="{FF2B5EF4-FFF2-40B4-BE49-F238E27FC236}">
                <a16:creationId xmlns:a16="http://schemas.microsoft.com/office/drawing/2014/main" id="{F441ED9F-268F-41DE-BA97-EE82029FAC7F}"/>
              </a:ext>
            </a:extLst>
          </p:cNvPr>
          <p:cNvSpPr txBox="1"/>
          <p:nvPr/>
        </p:nvSpPr>
        <p:spPr>
          <a:xfrm>
            <a:off x="2631437" y="1988386"/>
            <a:ext cx="161814" cy="14478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 fontScale="77500" lnSpcReduction="20000"/>
          </a:bodyPr>
          <a:lstStyle/>
          <a:p>
            <a:pPr algn="l"/>
            <a:r>
              <a:rPr lang="de-DE" b="1" dirty="0">
                <a:latin typeface="Barlow Semi Condensed" pitchFamily="2" charset="77"/>
              </a:rPr>
              <a:t>7.</a:t>
            </a:r>
          </a:p>
        </p:txBody>
      </p:sp>
    </p:spTree>
    <p:extLst>
      <p:ext uri="{BB962C8B-B14F-4D97-AF65-F5344CB8AC3E}">
        <p14:creationId xmlns:p14="http://schemas.microsoft.com/office/powerpoint/2010/main" val="7305833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6" grpId="0" animBg="1"/>
      <p:bldP spid="20" grpId="0" animBg="1"/>
      <p:bldP spid="27" grpId="0" animBg="1"/>
      <p:bldP spid="82" grpId="0" animBg="1"/>
      <p:bldP spid="159" grpId="0"/>
      <p:bldP spid="100" grpId="0"/>
      <p:bldP spid="101" grpId="0"/>
      <p:bldP spid="102" grpId="0"/>
      <p:bldP spid="103" grpId="0"/>
      <p:bldP spid="104" grpId="0"/>
      <p:bldP spid="10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28560" y="217146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dirty="0"/>
              <a:t>Testübersicht – GitHub Pages</a:t>
            </a:r>
          </a:p>
        </p:txBody>
      </p:sp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34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6DFE114-73A0-4940-84D9-946322BF0FAB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B623E6F-D8C9-4EB2-BF34-C2168200C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321" y="636323"/>
            <a:ext cx="8364856" cy="427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74531"/>
      </p:ext>
    </p:extLst>
  </p:cSld>
  <p:clrMapOvr>
    <a:masterClrMapping/>
  </p:clrMapOvr>
  <p:transition spd="slow">
    <p:cover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28560" y="217146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dirty="0"/>
              <a:t>Detaillierter Testreport</a:t>
            </a:r>
          </a:p>
        </p:txBody>
      </p:sp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35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6DFE114-73A0-4940-84D9-946322BF0FAB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E06C9F1-1E06-4A6A-BDFF-2B97F37D97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549" y="617273"/>
            <a:ext cx="8523563" cy="430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005584"/>
      </p:ext>
    </p:extLst>
  </p:cSld>
  <p:clrMapOvr>
    <a:masterClrMapping/>
  </p:clrMapOvr>
  <p:transition spd="slow">
    <p:cover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28560" y="217146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b="1" dirty="0"/>
              <a:t>Ergebnisse</a:t>
            </a:r>
          </a:p>
        </p:txBody>
      </p:sp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36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6DFE114-73A0-4940-84D9-946322BF0FAB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1AE2E29-0CE6-4BC4-9A43-5C1F4DE49058}"/>
              </a:ext>
            </a:extLst>
          </p:cNvPr>
          <p:cNvSpPr txBox="1"/>
          <p:nvPr/>
        </p:nvSpPr>
        <p:spPr>
          <a:xfrm>
            <a:off x="628560" y="987774"/>
            <a:ext cx="6874203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400" dirty="0"/>
              <a:t>System zeigte </a:t>
            </a:r>
            <a:r>
              <a:rPr lang="de-DE" sz="1400" b="1" dirty="0"/>
              <a:t>zuverlässige Funktion </a:t>
            </a:r>
            <a:r>
              <a:rPr lang="de-DE" sz="1400" dirty="0"/>
              <a:t>in Standard- und Störungsszenarien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400" dirty="0"/>
              <a:t>Neue Testszenarien können flexibel hinzugefügt werden</a:t>
            </a:r>
          </a:p>
          <a:p>
            <a:pPr>
              <a:spcAft>
                <a:spcPts val="600"/>
              </a:spcAft>
            </a:pPr>
            <a:r>
              <a:rPr lang="de-DE" sz="1400"/>
              <a:t>	</a:t>
            </a:r>
            <a:r>
              <a:rPr lang="de-DE" sz="1400">
                <a:sym typeface="Wingdings" panose="05000000000000000000" pitchFamily="2" charset="2"/>
              </a:rPr>
              <a:t> Auch perfekt für Test Driven Development</a:t>
            </a:r>
            <a:endParaRPr lang="de-DE" sz="14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400" b="1" dirty="0"/>
              <a:t>Vollständig automatisierbar</a:t>
            </a:r>
            <a:r>
              <a:rPr lang="de-DE" sz="1400" dirty="0"/>
              <a:t> – CI/CD-fähig</a:t>
            </a:r>
          </a:p>
          <a:p>
            <a:pPr>
              <a:spcAft>
                <a:spcPts val="600"/>
              </a:spcAft>
            </a:pPr>
            <a:r>
              <a:rPr lang="de-DE" sz="1400" dirty="0">
                <a:sym typeface="Wingdings" panose="05000000000000000000" pitchFamily="2" charset="2"/>
              </a:rPr>
              <a:t>	</a:t>
            </a:r>
            <a:endParaRPr lang="de-DE" sz="14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400" dirty="0"/>
              <a:t>Verschiedene </a:t>
            </a:r>
            <a:r>
              <a:rPr lang="de-DE" sz="1400" b="1" dirty="0"/>
              <a:t>Aspekte der Kommunikation</a:t>
            </a:r>
            <a:r>
              <a:rPr lang="de-DE" sz="1400" dirty="0"/>
              <a:t> in IPC-Systemen: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de-DE" altLang="de-DE" sz="1400" dirty="0"/>
              <a:t>- 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Publish/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Subscribe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RPC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de-DE" altLang="de-DE" sz="1400" dirty="0"/>
              <a:t>- 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SHM, TCP, UDP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endParaRPr lang="de-DE" sz="1400" dirty="0"/>
          </a:p>
          <a:p>
            <a:pPr>
              <a:spcAft>
                <a:spcPts val="600"/>
              </a:spcAft>
            </a:pPr>
            <a:endParaRPr lang="de-DE" sz="1400" dirty="0"/>
          </a:p>
          <a:p>
            <a:pPr lvl="2">
              <a:spcAft>
                <a:spcPts val="600"/>
              </a:spcAft>
            </a:pPr>
            <a:r>
              <a:rPr lang="de-DE" sz="1400" dirty="0">
                <a:sym typeface="Wingdings" panose="05000000000000000000" pitchFamily="2" charset="2"/>
              </a:rPr>
              <a:t>	 </a:t>
            </a:r>
            <a:r>
              <a:rPr lang="de-DE" sz="1400" dirty="0"/>
              <a:t>Getestet wurden </a:t>
            </a:r>
            <a:r>
              <a:rPr lang="de-DE" sz="1400" b="1" dirty="0"/>
              <a:t>Normalbetrieb</a:t>
            </a:r>
            <a:r>
              <a:rPr lang="de-DE" sz="1400" dirty="0"/>
              <a:t> + </a:t>
            </a:r>
            <a:r>
              <a:rPr lang="de-DE" sz="1400" b="1" dirty="0"/>
              <a:t>Fehlerfälle</a:t>
            </a:r>
          </a:p>
        </p:txBody>
      </p:sp>
    </p:spTree>
    <p:extLst>
      <p:ext uri="{BB962C8B-B14F-4D97-AF65-F5344CB8AC3E}">
        <p14:creationId xmlns:p14="http://schemas.microsoft.com/office/powerpoint/2010/main" val="2893105249"/>
      </p:ext>
    </p:extLst>
  </p:cSld>
  <p:clrMapOvr>
    <a:masterClrMapping/>
  </p:clrMapOvr>
  <p:transition spd="slow">
    <p:cover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29100" y="304483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>
              <a:buNone/>
            </a:pPr>
            <a:r>
              <a:rPr lang="de-DE" dirty="0">
                <a:latin typeface="+mn-lt"/>
              </a:rPr>
              <a:t>Rückbezug zur Leitfragen</a:t>
            </a: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628560" y="1029161"/>
            <a:ext cx="7997989" cy="383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>
              <a:buNone/>
            </a:pPr>
            <a:r>
              <a:rPr lang="de-DE" dirty="0">
                <a:latin typeface="+mn-lt"/>
              </a:rPr>
              <a:t>- Diese Folien behandelten:  </a:t>
            </a:r>
          </a:p>
          <a:p>
            <a:pPr marL="0" indent="0">
              <a:buNone/>
            </a:pPr>
            <a:r>
              <a:rPr lang="de-DE" dirty="0">
                <a:latin typeface="+mn-lt"/>
              </a:rPr>
              <a:t>  ✅ Welche Anforderungen stellen IPC-Middleware-Systeme an Integrationstests? </a:t>
            </a:r>
          </a:p>
          <a:p>
            <a:pPr marL="0" indent="0">
              <a:buNone/>
            </a:pPr>
            <a:r>
              <a:rPr lang="de-DE" dirty="0">
                <a:latin typeface="+mn-lt"/>
              </a:rPr>
              <a:t>  ✅ Wie kann ein passendes Testkonzept für verteilte IPC-Systeme aussehen?</a:t>
            </a:r>
          </a:p>
          <a:p>
            <a:pPr marL="0" indent="0">
              <a:buNone/>
            </a:pPr>
            <a:r>
              <a:rPr lang="de-DE" dirty="0">
                <a:latin typeface="+mn-lt"/>
              </a:rPr>
              <a:t>  ✅ Welche Testtools eignen sich für Integrationstests von IPC-Middleware, am Beispiel </a:t>
            </a:r>
            <a:r>
              <a:rPr lang="de-DE" dirty="0" err="1">
                <a:latin typeface="+mn-lt"/>
              </a:rPr>
              <a:t>eCAL</a:t>
            </a:r>
            <a:r>
              <a:rPr lang="de-DE" dirty="0">
                <a:latin typeface="+mn-lt"/>
              </a:rPr>
              <a:t>?</a:t>
            </a:r>
          </a:p>
          <a:p>
            <a:pPr marL="0" indent="0">
              <a:buNone/>
            </a:pPr>
            <a:r>
              <a:rPr lang="de-DE" dirty="0">
                <a:latin typeface="+mn-lt"/>
              </a:rPr>
              <a:t>  ✅ </a:t>
            </a:r>
            <a:r>
              <a:rPr lang="de-DE" sz="1400" dirty="0">
                <a:latin typeface="+mn-lt"/>
              </a:rPr>
              <a:t>Wie kann man Integrationstests für IPC-Middleware in CI/CD-Prozesse einbinden?</a:t>
            </a:r>
            <a:br>
              <a:rPr lang="de-DE" sz="1400" dirty="0">
                <a:latin typeface="+mn-lt"/>
              </a:rPr>
            </a:br>
            <a:endParaRPr lang="de-DE" dirty="0">
              <a:latin typeface="+mn-lt"/>
            </a:endParaRPr>
          </a:p>
          <a:p>
            <a:pPr marL="0" indent="0">
              <a:buNone/>
            </a:pPr>
            <a:endParaRPr lang="de-DE" sz="1400" dirty="0">
              <a:latin typeface="+mn-lt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37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0D1D411-F9E5-466F-98EC-55806928158C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9578372"/>
      </p:ext>
    </p:extLst>
  </p:cSld>
  <p:clrMapOvr>
    <a:masterClrMapping/>
  </p:clrMapOvr>
  <p:transition spd="slow">
    <p:cover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28560" y="217146"/>
            <a:ext cx="788580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de-DE" b="1" dirty="0"/>
              <a:t>Fazit &amp; Ausblick</a:t>
            </a:r>
          </a:p>
        </p:txBody>
      </p:sp>
      <p:sp>
        <p:nvSpPr>
          <p:cNvPr id="149" name="PlaceHolder 5"/>
          <p:cNvSpPr>
            <a:spLocks noGrp="1"/>
          </p:cNvSpPr>
          <p:nvPr>
            <p:ph type="sldNum" idx="12"/>
          </p:nvPr>
        </p:nvSpPr>
        <p:spPr>
          <a:xfrm>
            <a:off x="7858800" y="5297040"/>
            <a:ext cx="655560" cy="303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>
              <a:lnSpc>
                <a:spcPct val="100000"/>
              </a:lnSpc>
              <a:buNone/>
              <a:defRPr lang="de-DE" sz="900" b="0" strike="noStrike" spc="-1">
                <a:solidFill>
                  <a:srgbClr val="C8C8C8"/>
                </a:solidFill>
                <a:latin typeface="Barlow Semi Condensed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69FDD-A20F-4B8C-883C-D0304B735E9E}" type="slidenum">
              <a:rPr lang="de-DE" sz="900" b="0" strike="noStrike" spc="-1">
                <a:solidFill>
                  <a:srgbClr val="C8C8C8"/>
                </a:solidFill>
                <a:latin typeface="Barlow Semi Condensed"/>
              </a:rPr>
              <a:t>38</a:t>
            </a:fld>
            <a:endParaRPr lang="en-US" sz="900" b="0" strike="noStrike" spc="-1">
              <a:latin typeface="Times New Roman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B88AD18-C3DA-480F-A3A3-53698267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693" y="0"/>
            <a:ext cx="777307" cy="617273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6DFE114-73A0-4940-84D9-946322BF0FAB}"/>
              </a:ext>
            </a:extLst>
          </p:cNvPr>
          <p:cNvSpPr txBox="1">
            <a:spLocks/>
          </p:cNvSpPr>
          <p:nvPr/>
        </p:nvSpPr>
        <p:spPr>
          <a:xfrm>
            <a:off x="733097" y="5296959"/>
            <a:ext cx="7245247" cy="30427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23.07.2025		</a:t>
            </a:r>
            <a:r>
              <a:rPr lang="en-US" b="1" dirty="0"/>
              <a:t>Emircan Tutar		-	</a:t>
            </a:r>
            <a:r>
              <a:rPr lang="de-DE" b="1" dirty="0"/>
              <a:t> </a:t>
            </a:r>
            <a:r>
              <a:rPr lang="en-US" b="1" dirty="0"/>
              <a:t>Developing a Concept for Automated Testing of IPC Middleware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1AE2E29-0CE6-4BC4-9A43-5C1F4DE49058}"/>
              </a:ext>
            </a:extLst>
          </p:cNvPr>
          <p:cNvSpPr txBox="1"/>
          <p:nvPr/>
        </p:nvSpPr>
        <p:spPr>
          <a:xfrm>
            <a:off x="628560" y="987774"/>
            <a:ext cx="7349784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400" dirty="0"/>
              <a:t>Ziel: </a:t>
            </a:r>
            <a:r>
              <a:rPr lang="de-DE" sz="1400" b="1" dirty="0"/>
              <a:t>Testkonzept für IPC-Middleware </a:t>
            </a:r>
            <a:r>
              <a:rPr lang="de-DE" sz="1400" dirty="0"/>
              <a:t>entwickeln – am Beispiel </a:t>
            </a:r>
            <a:r>
              <a:rPr lang="de-DE" sz="1400" b="1" dirty="0" err="1"/>
              <a:t>eCAL</a:t>
            </a:r>
            <a:r>
              <a:rPr lang="de-DE" sz="1400" b="1" dirty="0"/>
              <a:t> Demonstrieren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400" b="1" dirty="0"/>
              <a:t>Docker</a:t>
            </a:r>
            <a:r>
              <a:rPr lang="de-DE" sz="1400" dirty="0"/>
              <a:t> + </a:t>
            </a:r>
            <a:r>
              <a:rPr lang="de-DE" sz="1400" b="1" dirty="0"/>
              <a:t>Robot</a:t>
            </a:r>
            <a:r>
              <a:rPr lang="de-DE" sz="1400" dirty="0"/>
              <a:t> </a:t>
            </a:r>
            <a:r>
              <a:rPr lang="de-DE" sz="1400" b="1" dirty="0"/>
              <a:t>Framework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400" b="1" dirty="0"/>
              <a:t>Automatisierbare</a:t>
            </a:r>
            <a:r>
              <a:rPr lang="de-DE" sz="1400" dirty="0"/>
              <a:t>, </a:t>
            </a:r>
            <a:r>
              <a:rPr lang="de-DE" sz="1400" b="1" dirty="0"/>
              <a:t>wiederholbare</a:t>
            </a:r>
            <a:r>
              <a:rPr lang="de-DE" sz="1400" dirty="0"/>
              <a:t> Tests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spcAft>
                <a:spcPts val="600"/>
              </a:spcAft>
            </a:pPr>
            <a:r>
              <a:rPr lang="de-DE" sz="1400" b="1" dirty="0"/>
              <a:t>Potenzial für Erweiterungen:</a:t>
            </a:r>
          </a:p>
          <a:p>
            <a:pPr marL="642366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400" b="1" dirty="0"/>
              <a:t>Performanz</a:t>
            </a:r>
            <a:r>
              <a:rPr lang="de-DE" sz="1400" dirty="0"/>
              <a:t> </a:t>
            </a:r>
          </a:p>
          <a:p>
            <a:pPr marL="642366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400" b="1" dirty="0"/>
              <a:t>Sicherheitstests</a:t>
            </a:r>
            <a:endParaRPr lang="de-DE" sz="1400" dirty="0"/>
          </a:p>
          <a:p>
            <a:pPr marL="642366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400" dirty="0"/>
              <a:t>Tests unter </a:t>
            </a:r>
            <a:r>
              <a:rPr lang="de-DE" sz="1400" b="1" dirty="0"/>
              <a:t>hoher</a:t>
            </a:r>
            <a:r>
              <a:rPr lang="de-DE" sz="1400" dirty="0"/>
              <a:t> </a:t>
            </a:r>
            <a:r>
              <a:rPr lang="de-DE" sz="1400" b="1" dirty="0"/>
              <a:t>Last</a:t>
            </a:r>
            <a:r>
              <a:rPr lang="de-DE" sz="1400" dirty="0"/>
              <a:t> </a:t>
            </a:r>
          </a:p>
          <a:p>
            <a:pPr marL="642366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400" b="1" dirty="0"/>
              <a:t>Debugging</a:t>
            </a:r>
          </a:p>
        </p:txBody>
      </p:sp>
    </p:spTree>
    <p:extLst>
      <p:ext uri="{BB962C8B-B14F-4D97-AF65-F5344CB8AC3E}">
        <p14:creationId xmlns:p14="http://schemas.microsoft.com/office/powerpoint/2010/main" val="3298350620"/>
      </p:ext>
    </p:extLst>
  </p:cSld>
  <p:clrMapOvr>
    <a:masterClrMapping/>
  </p:clrMapOvr>
  <p:transition spd="slow">
    <p:cover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11">
            <a:extLst>
              <a:ext uri="{FF2B5EF4-FFF2-40B4-BE49-F238E27FC236}">
                <a16:creationId xmlns:a16="http://schemas.microsoft.com/office/drawing/2014/main" id="{F60E1E53-1F58-4862-8C79-1CE0A0642061}"/>
              </a:ext>
            </a:extLst>
          </p:cNvPr>
          <p:cNvSpPr/>
          <p:nvPr/>
        </p:nvSpPr>
        <p:spPr>
          <a:xfrm>
            <a:off x="5904186" y="3700444"/>
            <a:ext cx="465083" cy="588507"/>
          </a:xfrm>
          <a:prstGeom prst="ellipse">
            <a:avLst/>
          </a:prstGeom>
          <a:solidFill>
            <a:srgbClr val="5C3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BF800BE3-9B35-47E0-BC42-70C54659E490}"/>
              </a:ext>
            </a:extLst>
          </p:cNvPr>
          <p:cNvSpPr/>
          <p:nvPr/>
        </p:nvSpPr>
        <p:spPr>
          <a:xfrm>
            <a:off x="1045722" y="3456562"/>
            <a:ext cx="1174531" cy="12900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7B2048B-F451-4D01-809F-AE9189189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884" y="3660300"/>
            <a:ext cx="790219" cy="87253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5F027E3-FE6A-A447-8D8A-07CABB0EF7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de-DE" dirty="0"/>
              <a:t>Vielen Dank für</a:t>
            </a:r>
            <a:br>
              <a:rPr lang="de-DE" dirty="0"/>
            </a:br>
            <a:r>
              <a:rPr lang="de-DE" dirty="0"/>
              <a:t>Ihre Aufmerksamkeit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B09D20D-C25C-4C22-85B2-1E667BB75946}"/>
              </a:ext>
            </a:extLst>
          </p:cNvPr>
          <p:cNvSpPr txBox="1">
            <a:spLocks/>
          </p:cNvSpPr>
          <p:nvPr/>
        </p:nvSpPr>
        <p:spPr>
          <a:xfrm>
            <a:off x="796159" y="4899913"/>
            <a:ext cx="8347841" cy="38284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713232" rtl="0" eaLnBrk="1" latinLnBrk="0" hangingPunct="1">
              <a:defRPr sz="900" b="0" i="0" kern="1200">
                <a:solidFill>
                  <a:schemeClr val="tx1">
                    <a:tint val="75000"/>
                  </a:schemeClr>
                </a:solidFill>
                <a:latin typeface="Barlow Semi Condensed" pitchFamily="2" charset="77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spc="10" dirty="0">
                <a:solidFill>
                  <a:schemeClr val="bg1"/>
                </a:solidFill>
                <a:cs typeface="Arial" panose="020B0604020202020204" pitchFamily="34" charset="0"/>
              </a:rPr>
              <a:t>Emircan Tutar	    -	</a:t>
            </a:r>
            <a:r>
              <a:rPr lang="de-DE" sz="1400" b="1" spc="10" dirty="0">
                <a:solidFill>
                  <a:schemeClr val="bg1"/>
                </a:solidFill>
                <a:cs typeface="Arial" panose="020B0604020202020204" pitchFamily="34" charset="0"/>
              </a:rPr>
              <a:t>  </a:t>
            </a:r>
            <a:r>
              <a:rPr lang="en-US" sz="1400" b="1" spc="10" dirty="0">
                <a:solidFill>
                  <a:schemeClr val="bg1"/>
                </a:solidFill>
                <a:cs typeface="Arial" panose="020B0604020202020204" pitchFamily="34" charset="0"/>
              </a:rPr>
              <a:t>Developing a Concept for Automated Testing of IPC Middleware</a:t>
            </a:r>
            <a:endParaRPr lang="de-DE" sz="1400" b="1" spc="1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011653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">
  <a:themeElements>
    <a:clrScheme name="RWU">
      <a:dk1>
        <a:srgbClr val="000000"/>
      </a:dk1>
      <a:lt1>
        <a:srgbClr val="FFFFFF"/>
      </a:lt1>
      <a:dk2>
        <a:srgbClr val="6637B6"/>
      </a:dk2>
      <a:lt2>
        <a:srgbClr val="F0ECF0"/>
      </a:lt2>
      <a:accent1>
        <a:srgbClr val="6637B6"/>
      </a:accent1>
      <a:accent2>
        <a:srgbClr val="9B7CD3"/>
      </a:accent2>
      <a:accent3>
        <a:srgbClr val="F0ECF0"/>
      </a:accent3>
      <a:accent4>
        <a:srgbClr val="00A8CE"/>
      </a:accent4>
      <a:accent5>
        <a:srgbClr val="05C3DE"/>
      </a:accent5>
      <a:accent6>
        <a:srgbClr val="EFF4F4"/>
      </a:accent6>
      <a:hlink>
        <a:srgbClr val="05C3DE"/>
      </a:hlink>
      <a:folHlink>
        <a:srgbClr val="00A8C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wrap="square" lIns="0" tIns="0" rIns="0" bIns="0" rtlCol="0" anchor="t" anchorCtr="0">
        <a:normAutofit/>
      </a:bodyPr>
      <a:lstStyle>
        <a:defPPr algn="l">
          <a:defRPr dirty="0" smtClean="0">
            <a:latin typeface="Barlow Semi Condensed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3916</Words>
  <Application>Microsoft Office PowerPoint</Application>
  <PresentationFormat>Bildschirmpräsentation (16:10)</PresentationFormat>
  <Paragraphs>744</Paragraphs>
  <Slides>39</Slides>
  <Notes>34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39</vt:i4>
      </vt:variant>
    </vt:vector>
  </HeadingPairs>
  <TitlesOfParts>
    <vt:vector size="46" baseType="lpstr">
      <vt:lpstr>Arial</vt:lpstr>
      <vt:lpstr>Barlow Semi Condensed</vt:lpstr>
      <vt:lpstr>Barlow Semi Condensed Medium</vt:lpstr>
      <vt:lpstr>Calibri</vt:lpstr>
      <vt:lpstr>Rockwell</vt:lpstr>
      <vt:lpstr>Times New Roman</vt:lpstr>
      <vt:lpstr>Office</vt:lpstr>
      <vt:lpstr>PowerPoint-Präsentation</vt:lpstr>
      <vt:lpstr>Gliederung</vt:lpstr>
      <vt:lpstr>Motivation und Zielsetzung</vt:lpstr>
      <vt:lpstr>PowerPoint-Präsentation</vt:lpstr>
      <vt:lpstr>Was ist IPC Middleware?</vt:lpstr>
      <vt:lpstr>IPC Middleware - Beispiel: Fahrzeug</vt:lpstr>
      <vt:lpstr>Was ist ECAL?</vt:lpstr>
      <vt:lpstr>ECAL- Publisher-Subscriber</vt:lpstr>
      <vt:lpstr>ECAL - Remote Procedure Call (RPC) </vt:lpstr>
      <vt:lpstr>Testgrundlagen</vt:lpstr>
      <vt:lpstr>Testgrundlagen im IPC-Kontext </vt:lpstr>
      <vt:lpstr>Wissenschaftliche Leitfragen</vt:lpstr>
      <vt:lpstr>PowerPoint-Präsentation</vt:lpstr>
      <vt:lpstr>Herausforderungen beim Testen von Middleware</vt:lpstr>
      <vt:lpstr>Testanforderungen</vt:lpstr>
      <vt:lpstr>PowerPoint-Präsentation</vt:lpstr>
      <vt:lpstr>Anforderungen an Test-Tools</vt:lpstr>
      <vt:lpstr>Vergleich ausgewählter Tools</vt:lpstr>
      <vt:lpstr>Ergebnis ausgewählter Tools</vt:lpstr>
      <vt:lpstr>PowerPoint-Präsentation</vt:lpstr>
      <vt:lpstr>Testarchitektur – Aufbau des Testsystems</vt:lpstr>
      <vt:lpstr>Execution Flow</vt:lpstr>
      <vt:lpstr>Container Architektur (Network vs. Local)</vt:lpstr>
      <vt:lpstr>PowerPoint-Präsentation</vt:lpstr>
      <vt:lpstr>Ordnerstruktur der Testfälle</vt:lpstr>
      <vt:lpstr>Testfall 1: Publisher-Crash während der Übertragung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Automatisierte Testfallgenerierung </vt:lpstr>
      <vt:lpstr>CI/CD &amp; Testautomatisierung  </vt:lpstr>
      <vt:lpstr>Testübersicht – GitHub Pages</vt:lpstr>
      <vt:lpstr>Detaillierter Testreport</vt:lpstr>
      <vt:lpstr>Ergebnisse</vt:lpstr>
      <vt:lpstr>Rückbezug zur Leitfragen</vt:lpstr>
      <vt:lpstr>Fazit &amp; Ausblick</vt:lpstr>
      <vt:lpstr>Vielen Dank für Ihre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Simone Schwarz</dc:creator>
  <cp:lastModifiedBy>Emircan Tutar</cp:lastModifiedBy>
  <cp:revision>318</cp:revision>
  <cp:lastPrinted>2018-11-19T10:43:24Z</cp:lastPrinted>
  <dcterms:created xsi:type="dcterms:W3CDTF">2018-10-04T11:09:41Z</dcterms:created>
  <dcterms:modified xsi:type="dcterms:W3CDTF">2025-07-29T14:20:07Z</dcterms:modified>
</cp:coreProperties>
</file>